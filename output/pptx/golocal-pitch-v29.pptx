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d64b4d57744359" /><Relationship Type="http://schemas.openxmlformats.org/officeDocument/2006/relationships/extended-properties" Target="/docProps/app.xml" Id="Rf3891665a6e34c90" /><Relationship Type="http://schemas.openxmlformats.org/officeDocument/2006/relationships/officeDocument" Target="/ppt/presentation.xml" Id="Rc1cd93a3f76341d3" /></Relationships>
</file>

<file path=ppt/presentation.xml><?xml version="1.0" encoding="utf-8"?>
<p:presentation xmlns:p="http://schemas.openxmlformats.org/presentationml/2006/main">
  <p:sldMasterIdLst>
    <p:sldMasterId xmlns:r="http://schemas.openxmlformats.org/officeDocument/2006/relationships" id="2147483648" r:id="Rb53f4cf751dd466f"/>
  </p:sldMasterIdLst>
  <p:notesMasterIdLst>
    <p:notesMasterId xmlns:r="http://schemas.openxmlformats.org/officeDocument/2006/relationships" r:id="R51e2325b63bb4abb"/>
  </p:notesMasterIdLst>
  <p:sldIdLst>
    <p:sldId xmlns:r="http://schemas.openxmlformats.org/officeDocument/2006/relationships" id="256" r:id="Re32e00b454a14e00"/>
    <p:sldId xmlns:r="http://schemas.openxmlformats.org/officeDocument/2006/relationships" id="257" r:id="Rd30e95fc6cf14fbc"/>
    <p:sldId xmlns:r="http://schemas.openxmlformats.org/officeDocument/2006/relationships" id="258" r:id="R48fe515a1d704260"/>
    <p:sldId xmlns:r="http://schemas.openxmlformats.org/officeDocument/2006/relationships" id="259" r:id="Radfde25801cb4850"/>
    <p:sldId xmlns:r="http://schemas.openxmlformats.org/officeDocument/2006/relationships" id="260" r:id="R4eb7a35c846a486d"/>
    <p:sldId xmlns:r="http://schemas.openxmlformats.org/officeDocument/2006/relationships" id="261" r:id="R3fab15f1a3244268"/>
    <p:sldId xmlns:r="http://schemas.openxmlformats.org/officeDocument/2006/relationships" id="262" r:id="Rf45dd19fab8643a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5c940b4c5304819" /><Relationship Type="http://schemas.openxmlformats.org/officeDocument/2006/relationships/slideMaster" Target="/ppt/slideMasters/slideMaster1.xml" Id="Rb53f4cf751dd466f" /><Relationship Type="http://schemas.openxmlformats.org/officeDocument/2006/relationships/notesMaster" Target="/ppt/notesMasters/notesMaster1.xml" Id="R51e2325b63bb4abb" /><Relationship Type="http://schemas.openxmlformats.org/officeDocument/2006/relationships/presProps" Target="/ppt/presProps.xml" Id="R07014b3b5c944255" /><Relationship Type="http://schemas.openxmlformats.org/officeDocument/2006/relationships/viewProps" Target="/ppt/viewProps.xml" Id="R7452ca2602ad4417" /><Relationship Type="http://schemas.openxmlformats.org/officeDocument/2006/relationships/tableStyles" Target="/ppt/tableStyles.xml" Id="R4fe43164da1942b2" /><Relationship Type="http://schemas.openxmlformats.org/officeDocument/2006/relationships/slide" Target="/ppt/slides/slide1.xml" Id="Re32e00b454a14e00" /><Relationship Type="http://schemas.openxmlformats.org/officeDocument/2006/relationships/slide" Target="/ppt/slides/slide2.xml" Id="Rd30e95fc6cf14fbc" /><Relationship Type="http://schemas.openxmlformats.org/officeDocument/2006/relationships/slide" Target="/ppt/slides/slide3.xml" Id="R48fe515a1d704260" /><Relationship Type="http://schemas.openxmlformats.org/officeDocument/2006/relationships/slide" Target="/ppt/slides/slide4.xml" Id="Radfde25801cb4850" /><Relationship Type="http://schemas.openxmlformats.org/officeDocument/2006/relationships/slide" Target="/ppt/slides/slide5.xml" Id="R4eb7a35c846a486d" /><Relationship Type="http://schemas.openxmlformats.org/officeDocument/2006/relationships/slide" Target="/ppt/slides/slide6.xml" Id="R3fab15f1a3244268" /><Relationship Type="http://schemas.openxmlformats.org/officeDocument/2006/relationships/slide" Target="/ppt/slides/slide7.xml" Id="Rf45dd19fab8643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4f07d1a84747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5170e372984fc3" /><Relationship Type="http://schemas.openxmlformats.org/officeDocument/2006/relationships/notesMaster" Target="/ppt/notesMasters/notesMaster1.xml" Id="R9ad3993d0dbf47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45cdc78cc84b4b" /><Relationship Type="http://schemas.openxmlformats.org/officeDocument/2006/relationships/notesMaster" Target="/ppt/notesMasters/notesMaster1.xml" Id="R6beda7fe55f141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37453d96eb45da" /><Relationship Type="http://schemas.openxmlformats.org/officeDocument/2006/relationships/notesMaster" Target="/ppt/notesMasters/notesMaster1.xml" Id="R5dc753b48e4a4b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ab8736a0424259" /><Relationship Type="http://schemas.openxmlformats.org/officeDocument/2006/relationships/notesMaster" Target="/ppt/notesMasters/notesMaster1.xml" Id="R204b7d320c284b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51da18f4e949ee" /><Relationship Type="http://schemas.openxmlformats.org/officeDocument/2006/relationships/notesMaster" Target="/ppt/notesMasters/notesMaster1.xml" Id="R069112ceb9f041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9e68a2361847fd" /><Relationship Type="http://schemas.openxmlformats.org/officeDocument/2006/relationships/notesMaster" Target="/ppt/notesMasters/notesMaster1.xml" Id="Rff57f1a7ccd54f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a0429e53f94600" /><Relationship Type="http://schemas.openxmlformats.org/officeDocument/2006/relationships/notesMaster" Target="/ppt/notesMasters/notesMaster1.xml" Id="Rec181e00f7c7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shows illustrative eras of dominant consumer experiences, not platform launch dates or universal feature coverage. Personal agents today refers to 2026 and agents capable of using tools. Each green diagonal cell marks the next broad capability. The final two red rows identify the local-service transaction gap: get quotes and schedule, then book and pay. This is fragmented access across providers and agents, not a claim that no individual provider or platform supports transactions. A platform that connects these last steps could capture value via completed bookings and proposed success fees. Significant value is the venture hypothesis, not measured revenue or a guaranteed share of the spending pool.</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ac9d17abf84c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ac3a91159148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3cd6f5fed244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89ddeaa76a4d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1f9de521fb4b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2411e5101d42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e8c0d944a940e5" /><Relationship Type="http://schemas.openxmlformats.org/officeDocument/2006/relationships/slideLayout" Target="/ppt/slideLayouts/slideLayout1.xml" Id="R3443442c4c2e41aa" /><Relationship Type="http://schemas.openxmlformats.org/officeDocument/2006/relationships/slideLayout" Target="/ppt/slideLayouts/slideLayout2.xml" Id="R03a00a8b158a4871" /><Relationship Type="http://schemas.openxmlformats.org/officeDocument/2006/relationships/slideLayout" Target="/ppt/slideLayouts/slideLayout3.xml" Id="Rf78acdfe845e477b" /><Relationship Type="http://schemas.openxmlformats.org/officeDocument/2006/relationships/slideLayout" Target="/ppt/slideLayouts/slideLayout4.xml" Id="Ra2c83d24be5c41f4" /><Relationship Type="http://schemas.openxmlformats.org/officeDocument/2006/relationships/slideLayout" Target="/ppt/slideLayouts/slideLayout5.xml" Id="Rdbeda85ca0a04591" /><Relationship Type="http://schemas.openxmlformats.org/officeDocument/2006/relationships/slideLayout" Target="/ppt/slideLayouts/slideLayout6.xml" Id="Rc3ef4fe8dcea4b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43442c4c2e41aa"/>
    <p:sldLayoutId xmlns:r="http://schemas.openxmlformats.org/officeDocument/2006/relationships" id="2147483650" r:id="R03a00a8b158a4871"/>
    <p:sldLayoutId xmlns:r="http://schemas.openxmlformats.org/officeDocument/2006/relationships" id="2147483651" r:id="Rf78acdfe845e477b"/>
    <p:sldLayoutId xmlns:r="http://schemas.openxmlformats.org/officeDocument/2006/relationships" id="2147483652" r:id="Ra2c83d24be5c41f4"/>
    <p:sldLayoutId xmlns:r="http://schemas.openxmlformats.org/officeDocument/2006/relationships" id="2147483653" r:id="Rdbeda85ca0a04591"/>
    <p:sldLayoutId xmlns:r="http://schemas.openxmlformats.org/officeDocument/2006/relationships" id="2147483654" r:id="Rc3ef4fe8dcea4b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40ebb659ac4b0c" /><Relationship Type="http://schemas.openxmlformats.org/officeDocument/2006/relationships/image" Target="/ppt/media/image.png" Id="R6704a4ba846048ad" /><Relationship Type="http://schemas.openxmlformats.org/officeDocument/2006/relationships/notesSlide" Target="/ppt/notesSlides/notesSlide1.xml" Id="Rcef7c75983a146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8be325a5644350" /><Relationship Type="http://schemas.openxmlformats.org/officeDocument/2006/relationships/notesSlide" Target="/ppt/notesSlides/notesSlide2.xml" Id="R113cac35bd7b44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85af002136400f" /><Relationship Type="http://schemas.openxmlformats.org/officeDocument/2006/relationships/image" Target="/ppt/media/image2.png" Id="R80e01077d29d41c2" /><Relationship Type="http://schemas.openxmlformats.org/officeDocument/2006/relationships/image" Target="/ppt/media/image.jpeg" Id="Ra33542570c0b4e90" /><Relationship Type="http://schemas.openxmlformats.org/officeDocument/2006/relationships/image" Target="/ppt/media/image2.jpeg" Id="Re0aec180d4ac4231" /><Relationship Type="http://schemas.openxmlformats.org/officeDocument/2006/relationships/image" Target="/ppt/media/image3.jpeg" Id="R0a85a89e14434487" /><Relationship Type="http://schemas.openxmlformats.org/officeDocument/2006/relationships/image" Target="/ppt/media/image3.png" Id="R47f7cd8f44704b89" /><Relationship Type="http://schemas.openxmlformats.org/officeDocument/2006/relationships/notesSlide" Target="/ppt/notesSlides/notesSlide3.xml" Id="R92f59fb1291e48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5c66924a9b48e4" /><Relationship Type="http://schemas.openxmlformats.org/officeDocument/2006/relationships/notesSlide" Target="/ppt/notesSlides/notesSlide4.xml" Id="R6964a3abdfe040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78801edefb4cd8" /><Relationship Type="http://schemas.openxmlformats.org/officeDocument/2006/relationships/notesSlide" Target="/ppt/notesSlides/notesSlide5.xml" Id="Rbc987b24bb2644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d7c60ff3774e7a" /><Relationship Type="http://schemas.openxmlformats.org/officeDocument/2006/relationships/notesSlide" Target="/ppt/notesSlides/notesSlide6.xml" Id="Rd36038005a7245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e8a66bbb59b48bd" /><Relationship Type="http://schemas.openxmlformats.org/officeDocument/2006/relationships/image" Target="/ppt/media/image4.jpeg" Id="Rff891d17dfa54b23" /><Relationship Type="http://schemas.openxmlformats.org/officeDocument/2006/relationships/image" Target="/ppt/media/image5.jpeg" Id="Rb25e18604ac24000" /><Relationship Type="http://schemas.openxmlformats.org/officeDocument/2006/relationships/hyperlink" Target="https://www.linkedin.com/in/pulkitwalia/" TargetMode="External" Id="R950fe11a1f1f4451" /><Relationship Type="http://schemas.openxmlformats.org/officeDocument/2006/relationships/hyperlink" Target="https://www.linkedin.com/in/rohit-jain-343437187/" TargetMode="External" Id="Rd9c8b10247cc4756" /><Relationship Type="http://schemas.openxmlformats.org/officeDocument/2006/relationships/image" Target="/ppt/media/image6.jpeg" Id="Re3df86cd25344186" /><Relationship Type="http://schemas.openxmlformats.org/officeDocument/2006/relationships/image" Target="/ppt/media/image4.png" Id="Rfe241b76c20147ef" /><Relationship Type="http://schemas.openxmlformats.org/officeDocument/2006/relationships/image" Target="/ppt/media/image7.jpeg" Id="Rbc3a2f94fda8406c" /><Relationship Type="http://schemas.openxmlformats.org/officeDocument/2006/relationships/notesSlide" Target="/ppt/notesSlides/notesSlide7.xml" Id="Rbde12f23fd674d37" /></Relationships>
</file>

<file path=ppt/slides/slide1.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EAA4619-790A-496C-81DF-FE90552FB14D}"/>
              </a:ext>
            </a:extLst>
          </p:cNvPr>
          <p:cNvPicPr>
            <a:picLocks xmlns:a="http://schemas.openxmlformats.org/drawingml/2006/main" noChangeAspect="1"/>
          </p:cNvPicPr>
          <p:nvPr/>
        </p:nvPicPr>
        <p:blipFill>
          <a:blip xmlns:r="http://schemas.openxmlformats.org/officeDocument/2006/relationships" xmlns:a="http://schemas.openxmlformats.org/drawingml/2006/main" r:embed="R6704a4ba846048a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29-text-0">
            <a:extLst xmlns:a="http://schemas.openxmlformats.org/drawingml/2006/main">
              <a:ext uri="{FF2B5EF4-FFF2-40B4-BE49-F238E27FC236}">
                <a16:creationId xmlns:a16="http://schemas.microsoft.com/office/drawing/2014/main" id="{BDE0FF15-7D3B-4947-9948-B03E8E8BD03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29-text-1">
            <a:extLst xmlns:a="http://schemas.openxmlformats.org/drawingml/2006/main">
              <a:ext uri="{FF2B5EF4-FFF2-40B4-BE49-F238E27FC236}">
                <a16:creationId xmlns:a16="http://schemas.microsoft.com/office/drawing/2014/main" id="{29F3D38C-61FC-455F-91C6-3380FEACD8E4}"/>
              </a:ext>
            </a:extLst>
          </p:cNvPr>
          <p:cNvSpPr>
            <a:spLocks xmlns:a="http://schemas.openxmlformats.org/drawingml/2006/main" noGrp="1"/>
          </p:cNvSpPr>
          <p:nvPr/>
        </p:nvSpPr>
        <p:spPr>
          <a:xfrm xmlns:a="http://schemas.openxmlformats.org/drawingml/2006/main">
            <a:off x="609600" y="7524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03D3B"/>
                </a:solidFill>
                <a:latin typeface="Helvetica Neue"/>
                <a:ea typeface="Helvetica Neue"/>
                <a:cs typeface="Helvetica Neue"/>
              </a:defRPr>
            </a:defPPr>
          </a:lstStyle>
          <a:p xmlns:a="http://schemas.openxmlformats.org/drawingml/2006/main">
            <a:pPr algn="l">
              <a:defRPr sz="3600" b="1">
                <a:solidFill>
                  <a:srgbClr val="103D3B"/>
                </a:solidFill>
                <a:latin typeface="Helvetica Neue"/>
                <a:ea typeface="Helvetica Neue"/>
                <a:cs typeface="Helvetica Neue"/>
              </a:defRPr>
            </a:pPr>
            <a:r>
              <a:rPr sz="3600" b="1">
                <a:solidFill>
                  <a:srgbClr val="103D3B"/>
                </a:solidFill>
                <a:latin typeface="Helvetica Neue"/>
                <a:ea typeface="Helvetica Neue"/>
                <a:cs typeface="Helvetica Neue"/>
              </a:rPr>
              <a:t>The $1.2T local-services opportunity</a:t>
            </a:r>
          </a:p>
        </p:txBody>
      </p:sp>
      <p:sp>
        <p:nvSpPr>
          <p:cNvPr id="3" name="v29-text-2">
            <a:extLst xmlns:a="http://schemas.openxmlformats.org/drawingml/2006/main">
              <a:ext uri="{FF2B5EF4-FFF2-40B4-BE49-F238E27FC236}">
                <a16:creationId xmlns:a16="http://schemas.microsoft.com/office/drawing/2014/main" id="{730F12DF-7634-49AA-86EC-61284CBDDFAC}"/>
              </a:ext>
            </a:extLst>
          </p:cNvPr>
          <p:cNvSpPr>
            <a:spLocks xmlns:a="http://schemas.openxmlformats.org/drawingml/2006/main" noGrp="1"/>
          </p:cNvSpPr>
          <p:nvPr/>
        </p:nvSpPr>
        <p:spPr>
          <a:xfrm xmlns:a="http://schemas.openxmlformats.org/drawingml/2006/main">
            <a:off x="609600" y="14478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3716A"/>
                </a:solidFill>
                <a:latin typeface="Helvetica Neue"/>
                <a:ea typeface="Helvetica Neue"/>
                <a:cs typeface="Helvetica Neue"/>
              </a:defRPr>
            </a:defPPr>
          </a:lstStyle>
          <a:p xmlns:a="http://schemas.openxmlformats.org/drawingml/2006/main">
            <a:pPr algn="l">
              <a:defRPr sz="1950" b="0">
                <a:solidFill>
                  <a:srgbClr val="53716A"/>
                </a:solidFill>
                <a:latin typeface="Helvetica Neue"/>
                <a:ea typeface="Helvetica Neue"/>
                <a:cs typeface="Helvetica Neue"/>
              </a:defRPr>
            </a:pPr>
            <a:r>
              <a:rPr sz="1950" b="0">
                <a:solidFill>
                  <a:srgbClr val="53716A"/>
                </a:solidFill>
                <a:latin typeface="Helvetica Neue"/>
                <a:ea typeface="Helvetica Neue"/>
                <a:cs typeface="Helvetica Neue"/>
              </a:rPr>
              <a:t>Each platform unlocks another step. The transaction gap remains.</a:t>
            </a:r>
          </a:p>
        </p:txBody>
      </p:sp>
      <p:graphicFrame>
        <p:nvGraphicFramePr>
          <p:cNvPr id="4" name="">
            <a:extLst xmlns:a="http://schemas.openxmlformats.org/drawingml/2006/main">
              <a:ext uri="{FF2B5EF4-FFF2-40B4-BE49-F238E27FC236}">
                <a16:creationId xmlns:a16="http://schemas.microsoft.com/office/drawing/2014/main" id="{2DF50ABF-8513-48A3-AF94-7A4AEE8EED23}"/>
              </a:ext>
            </a:extLst>
          </p:cNvPr>
          <p:cNvGraphicFramePr/>
          <p:nvPr/>
        </p:nvGraphicFramePr>
        <p:xfrm>
          <a:off xmlns:a="http://schemas.openxmlformats.org/drawingml/2006/main" x="609600" y="1971675"/>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a:t>
                      </a:r>
                    </a:p>
                    <a:p>
                      <a:pPr algn="ct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FFFFFF"/>
                          </a:solidFill>
                          <a:latin typeface="Helvetica Neue"/>
                          <a:ea typeface="Helvetica Neue"/>
                          <a:cs typeface="Helvetica Neue"/>
                        </a:rPr>
                        <a:t>Personal</a:t>
                      </a:r>
                    </a:p>
                    <a:p>
                      <a:pPr algn="ct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Conversational request</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gridSpan="5">
                  <a:txBody>
                    <a:bodyPr wrap="square">
                      <a:noAutofit/>
                    </a:bodyPr>
                    <a:lstStyle/>
                    <a:p>
                      <a:pPr algn="ctr"/>
                      <a:r>
                        <a:rPr sz="1575" b="1">
                          <a:solidFill>
                            <a:srgbClr val="A34E3F"/>
                          </a:solidFill>
                          <a:latin typeface="Helvetica Neue"/>
                          <a:ea typeface="Helvetica Neue"/>
                          <a:cs typeface="Helvetica Neue"/>
                        </a:rPr>
                        <a:t>THE GAP: fragmented provider pricing and availability</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gridSpan="5">
                  <a:txBody>
                    <a:bodyPr wrap="square">
                      <a:noAutofit/>
                    </a:bodyPr>
                    <a:lstStyle/>
                    <a:p>
                      <a:pPr algn="ctr"/>
                      <a:r>
                        <a:rPr sz="1575" b="0">
                          <a:solidFill>
                            <a:srgbClr val="A34E3F"/>
                          </a:solidFill>
                          <a:latin typeface="Helvetica Neue"/>
                          <a:ea typeface="Helvetica Neue"/>
                          <a:cs typeface="Helvetica Neue"/>
                        </a:rPr>
                        <a:t>Separate booking and payment flows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29-text-3">
            <a:extLst xmlns:a="http://schemas.openxmlformats.org/drawingml/2006/main">
              <a:ext uri="{FF2B5EF4-FFF2-40B4-BE49-F238E27FC236}">
                <a16:creationId xmlns:a16="http://schemas.microsoft.com/office/drawing/2014/main" id="{1B5278EF-8638-4055-BB15-9D2DCC3F074D}"/>
              </a:ext>
            </a:extLst>
          </p:cNvPr>
          <p:cNvSpPr>
            <a:spLocks xmlns:a="http://schemas.openxmlformats.org/drawingml/2006/main" noGrp="1"/>
          </p:cNvSpPr>
          <p:nvPr/>
        </p:nvSpPr>
        <p:spPr>
          <a:xfrm xmlns:a="http://schemas.openxmlformats.org/drawingml/2006/main">
            <a:off x="609600" y="5667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A platform that closes these last two steps can capture significant</a:t>
            </a:r>
          </a:p>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value in this $1.2T market by enabling completed bookings.</a:t>
            </a:r>
          </a:p>
        </p:txBody>
      </p:sp>
      <p:sp>
        <p:nvSpPr>
          <p:cNvPr id="6" name="v29-text-4">
            <a:extLst xmlns:a="http://schemas.openxmlformats.org/drawingml/2006/main">
              <a:ext uri="{FF2B5EF4-FFF2-40B4-BE49-F238E27FC236}">
                <a16:creationId xmlns:a16="http://schemas.microsoft.com/office/drawing/2014/main" id="{2F9437CD-E770-4C31-B6CA-1325D5B6CAD2}"/>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7" name="v29-text-5">
            <a:extLst xmlns:a="http://schemas.openxmlformats.org/drawingml/2006/main">
              <a:ext uri="{FF2B5EF4-FFF2-40B4-BE49-F238E27FC236}">
                <a16:creationId xmlns:a16="http://schemas.microsoft.com/office/drawing/2014/main" id="{866B2D32-7F03-48F1-AE84-4403CC2CA908}"/>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D0E281F1-92F2-4E86-8F8E-4B8837955720}"/>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DC440434-B431-4FFE-B6A8-7B255DF0BCBD}"/>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30038093-8F0D-4267-8B68-94134BB201D2}"/>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58A2ABA9-2BF1-4BAA-BF6C-85B4C6E06EB2}"/>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3AA76312-8C7B-480D-812C-646B1A45B30B}"/>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773D9143-C17A-49CD-9662-A5A705A73346}"/>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03057CF1-568C-4AAE-84F0-DF7D4430A0F6}"/>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135E4515-D332-440C-8ABF-7E3578E06256}"/>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7805D6C8-19F1-4A65-9E97-32878938D692}"/>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F7C3C86E-1E81-40BE-BD50-9061301EC378}"/>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EFB12ACD-0EB4-4A5F-8FD2-8F5A41D69C52}"/>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B79A7C64-CD6B-41AB-AA67-B4FC81E127AA}"/>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23778095-BB60-47FC-A47B-B41B5632B69C}"/>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852CE9E0-068C-4BBE-AAC9-0442A9FCEC13}"/>
              </a:ext>
            </a:extLst>
          </p:cNvPr>
          <p:cNvPicPr>
            <a:picLocks xmlns:a="http://schemas.openxmlformats.org/drawingml/2006/main" noChangeAspect="1"/>
          </p:cNvPicPr>
          <p:nvPr/>
        </p:nvPicPr>
        <p:blipFill>
          <a:blip xmlns:r="http://schemas.openxmlformats.org/officeDocument/2006/relationships" xmlns:a="http://schemas.openxmlformats.org/drawingml/2006/main" r:embed="R80e01077d29d41c2"/>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6119F9D2-07D3-4187-AAB7-F0BB2EEEDBEA}"/>
              </a:ext>
            </a:extLst>
          </p:cNvPr>
          <p:cNvPicPr>
            <a:picLocks xmlns:a="http://schemas.openxmlformats.org/drawingml/2006/main" noChangeAspect="1"/>
          </p:cNvPicPr>
          <p:nvPr/>
        </p:nvPicPr>
        <p:blipFill>
          <a:blip xmlns:r="http://schemas.openxmlformats.org/officeDocument/2006/relationships" xmlns:a="http://schemas.openxmlformats.org/drawingml/2006/main" r:embed="Ra33542570c0b4e90"/>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1FE46875-4718-4753-8D35-6AEB8EF62040}"/>
              </a:ext>
            </a:extLst>
          </p:cNvPr>
          <p:cNvPicPr>
            <a:picLocks xmlns:a="http://schemas.openxmlformats.org/drawingml/2006/main" noChangeAspect="1"/>
          </p:cNvPicPr>
          <p:nvPr/>
        </p:nvPicPr>
        <p:blipFill>
          <a:blip xmlns:r="http://schemas.openxmlformats.org/officeDocument/2006/relationships" xmlns:a="http://schemas.openxmlformats.org/drawingml/2006/main" r:embed="Re0aec180d4ac4231"/>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116BEF71-53C8-4CC9-B9E0-76673EB49F36}"/>
              </a:ext>
            </a:extLst>
          </p:cNvPr>
          <p:cNvPicPr>
            <a:picLocks xmlns:a="http://schemas.openxmlformats.org/drawingml/2006/main" noChangeAspect="1"/>
          </p:cNvPicPr>
          <p:nvPr/>
        </p:nvPicPr>
        <p:blipFill>
          <a:blip xmlns:r="http://schemas.openxmlformats.org/officeDocument/2006/relationships" xmlns:a="http://schemas.openxmlformats.org/drawingml/2006/main" r:embed="R0a85a89e14434487"/>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2A6AA23B-62D4-475C-B5D8-6B09E0425E71}"/>
              </a:ext>
            </a:extLst>
          </p:cNvPr>
          <p:cNvPicPr>
            <a:picLocks xmlns:a="http://schemas.openxmlformats.org/drawingml/2006/main" noChangeAspect="1"/>
          </p:cNvPicPr>
          <p:nvPr/>
        </p:nvPicPr>
        <p:blipFill>
          <a:blip xmlns:r="http://schemas.openxmlformats.org/officeDocument/2006/relationships" xmlns:a="http://schemas.openxmlformats.org/drawingml/2006/main" r:embed="R47f7cd8f44704b89"/>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1EE52AF8-51E3-4785-9168-EA66DEF64EC7}"/>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1E844580-18DA-4A3A-B4FE-AE554A68F6C8}"/>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782B881E-FC70-4E2A-ACAF-0D6310DFAF80}"/>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34E763CA-9D89-47FF-8DD4-B0CB20B66561}"/>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D7E30403-2017-4AC7-8EDB-C76D3974AD88}"/>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0806D4BB-057A-4DF2-9961-B8053315BC45}"/>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D189ECE9-3C46-4BDC-A369-6D60F9371933}"/>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8FAEB92F-93EC-4A36-AC0C-B133F281666E}"/>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5B6C7AAA-357C-4F74-9D19-3135ECC29A53}"/>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E38E0C49-7C35-437A-9F23-540268DA330B}"/>
              </a:ext>
            </a:extLst>
          </p:cNvPr>
          <p:cNvPicPr>
            <a:picLocks xmlns:a="http://schemas.openxmlformats.org/drawingml/2006/main" noChangeAspect="1"/>
          </p:cNvPicPr>
          <p:nvPr/>
        </p:nvPicPr>
        <p:blipFill>
          <a:blip xmlns:r="http://schemas.openxmlformats.org/officeDocument/2006/relationships" xmlns:a="http://schemas.openxmlformats.org/drawingml/2006/main" r:embed="Rff891d17dfa54b23"/>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01F2E11F-75FE-4B92-882A-91B6B57DA3DE}"/>
              </a:ext>
            </a:extLst>
          </p:cNvPr>
          <p:cNvPicPr>
            <a:picLocks xmlns:a="http://schemas.openxmlformats.org/drawingml/2006/main" noChangeAspect="1"/>
          </p:cNvPicPr>
          <p:nvPr/>
        </p:nvPicPr>
        <p:blipFill>
          <a:blip xmlns:r="http://schemas.openxmlformats.org/officeDocument/2006/relationships" xmlns:a="http://schemas.openxmlformats.org/drawingml/2006/main" r:embed="Rb25e18604ac24000"/>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950fe11a1f1f4451"/>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d9c8b10247cc4756"/>
              </a:rPr>
              <a:t>LinkedIn</a:t>
            </a:r>
          </a:p>
        </p:txBody>
      </p:sp>
      <p:pic>
        <p:nvPicPr>
          <p:cNvPr id="11" name="Picture 10">
            <a:extLst xmlns:a="http://schemas.openxmlformats.org/drawingml/2006/main">
              <a:ext uri="{FF2B5EF4-FFF2-40B4-BE49-F238E27FC236}">
                <a16:creationId xmlns:a16="http://schemas.microsoft.com/office/drawing/2014/main" id="{78606BE5-C05E-4810-BA4E-270C86D76CE0}"/>
              </a:ext>
            </a:extLst>
          </p:cNvPr>
          <p:cNvPicPr>
            <a:picLocks xmlns:a="http://schemas.openxmlformats.org/drawingml/2006/main" noChangeAspect="1"/>
          </p:cNvPicPr>
          <p:nvPr/>
        </p:nvPicPr>
        <p:blipFill>
          <a:blip xmlns:r="http://schemas.openxmlformats.org/officeDocument/2006/relationships" xmlns:a="http://schemas.openxmlformats.org/drawingml/2006/main" r:embed="Re3df86cd25344186"/>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DC433D83-7DDB-4352-B962-7E17338DDE9D}"/>
              </a:ext>
            </a:extLst>
          </p:cNvPr>
          <p:cNvPicPr>
            <a:picLocks xmlns:a="http://schemas.openxmlformats.org/drawingml/2006/main" noChangeAspect="1"/>
          </p:cNvPicPr>
          <p:nvPr/>
        </p:nvPicPr>
        <p:blipFill>
          <a:blip xmlns:r="http://schemas.openxmlformats.org/officeDocument/2006/relationships" xmlns:a="http://schemas.openxmlformats.org/drawingml/2006/main" r:embed="Rfe241b76c20147ef"/>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46E2CBF6-8E15-487E-8873-FD7F3DE35CC9}"/>
              </a:ext>
            </a:extLst>
          </p:cNvPr>
          <p:cNvPicPr>
            <a:picLocks xmlns:a="http://schemas.openxmlformats.org/drawingml/2006/main" noChangeAspect="1"/>
          </p:cNvPicPr>
          <p:nvPr/>
        </p:nvPicPr>
        <p:blipFill>
          <a:blip xmlns:r="http://schemas.openxmlformats.org/officeDocument/2006/relationships" xmlns:a="http://schemas.openxmlformats.org/drawingml/2006/main" r:embed="Rbc3a2f94fda8406c"/>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2026-10-11T02:18:12.1140000Z</dcterms:created>
  <dcterms:modified xsi:type="dcterms:W3CDTF">2026-10-11T02:18:12.1140000Z</dcterms:modified>
</coreProperties>
</file>