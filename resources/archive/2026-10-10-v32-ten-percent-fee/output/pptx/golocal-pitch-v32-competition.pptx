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d082bb346c469e" /><Relationship Type="http://schemas.openxmlformats.org/officeDocument/2006/relationships/extended-properties" Target="/docProps/app.xml" Id="Rc445a3c2092b4506" /><Relationship Type="http://schemas.openxmlformats.org/officeDocument/2006/relationships/officeDocument" Target="/ppt/presentation.xml" Id="Rd674f721047a41d7" /></Relationships>
</file>

<file path=ppt/presentation.xml><?xml version="1.0" encoding="utf-8"?>
<p:presentation xmlns:p="http://schemas.openxmlformats.org/presentationml/2006/main">
  <p:sldMasterIdLst>
    <p:sldMasterId xmlns:r="http://schemas.openxmlformats.org/officeDocument/2006/relationships" id="2147483648" r:id="R8e6fe95e52fd4935"/>
  </p:sldMasterIdLst>
  <p:notesMasterIdLst>
    <p:notesMasterId xmlns:r="http://schemas.openxmlformats.org/officeDocument/2006/relationships" r:id="Rba985ff91d8d430d"/>
  </p:notesMasterIdLst>
  <p:sldIdLst>
    <p:sldId xmlns:r="http://schemas.openxmlformats.org/officeDocument/2006/relationships" id="256" r:id="R5e3a5ae3f7234a0d"/>
    <p:sldId xmlns:r="http://schemas.openxmlformats.org/officeDocument/2006/relationships" id="257" r:id="Re927c697b0e74ad4"/>
    <p:sldId xmlns:r="http://schemas.openxmlformats.org/officeDocument/2006/relationships" id="258" r:id="R611b56f6da924075"/>
    <p:sldId xmlns:r="http://schemas.openxmlformats.org/officeDocument/2006/relationships" id="259" r:id="R13c76dc5039e407a"/>
    <p:sldId xmlns:r="http://schemas.openxmlformats.org/officeDocument/2006/relationships" id="260" r:id="R41e65ec9b5ed4818"/>
    <p:sldId xmlns:r="http://schemas.openxmlformats.org/officeDocument/2006/relationships" id="261" r:id="Rab37b9b6f75a4255"/>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ab66d11f2bf4597" /><Relationship Type="http://schemas.openxmlformats.org/officeDocument/2006/relationships/slideMaster" Target="/ppt/slideMasters/slideMaster1.xml" Id="R8e6fe95e52fd4935" /><Relationship Type="http://schemas.openxmlformats.org/officeDocument/2006/relationships/notesMaster" Target="/ppt/notesMasters/notesMaster1.xml" Id="Rba985ff91d8d430d" /><Relationship Type="http://schemas.openxmlformats.org/officeDocument/2006/relationships/presProps" Target="/ppt/presProps.xml" Id="R52cd07dff09a490f" /><Relationship Type="http://schemas.openxmlformats.org/officeDocument/2006/relationships/viewProps" Target="/ppt/viewProps.xml" Id="R610207bf6416459d" /><Relationship Type="http://schemas.openxmlformats.org/officeDocument/2006/relationships/tableStyles" Target="/ppt/tableStyles.xml" Id="R7c31195252ef4ca7" /><Relationship Type="http://schemas.openxmlformats.org/officeDocument/2006/relationships/slide" Target="/ppt/slides/slide1.xml" Id="R5e3a5ae3f7234a0d" /><Relationship Type="http://schemas.openxmlformats.org/officeDocument/2006/relationships/slide" Target="/ppt/slides/slide2.xml" Id="Re927c697b0e74ad4" /><Relationship Type="http://schemas.openxmlformats.org/officeDocument/2006/relationships/slide" Target="/ppt/slides/slide3.xml" Id="R611b56f6da924075" /><Relationship Type="http://schemas.openxmlformats.org/officeDocument/2006/relationships/slide" Target="/ppt/slides/slide4.xml" Id="R13c76dc5039e407a" /><Relationship Type="http://schemas.openxmlformats.org/officeDocument/2006/relationships/slide" Target="/ppt/slides/slide5.xml" Id="R41e65ec9b5ed4818" /><Relationship Type="http://schemas.openxmlformats.org/officeDocument/2006/relationships/slide" Target="/ppt/slides/slide6.xml" Id="Rab37b9b6f75a42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7016fbed143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501463e82b4e1e" /><Relationship Type="http://schemas.openxmlformats.org/officeDocument/2006/relationships/notesMaster" Target="/ppt/notesMasters/notesMaster1.xml" Id="R46fde4992b7947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60a8039fe144ee" /><Relationship Type="http://schemas.openxmlformats.org/officeDocument/2006/relationships/notesMaster" Target="/ppt/notesMasters/notesMaster1.xml" Id="R9ad283cf52ca40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a9045bbad54118" /><Relationship Type="http://schemas.openxmlformats.org/officeDocument/2006/relationships/notesMaster" Target="/ppt/notesMasters/notesMaster1.xml" Id="Rff0ebbb35a3048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a874b39c294315" /><Relationship Type="http://schemas.openxmlformats.org/officeDocument/2006/relationships/notesMaster" Target="/ppt/notesMasters/notesMaster1.xml" Id="Rb2b56470514b4b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ce7dc777ae47cf" /><Relationship Type="http://schemas.openxmlformats.org/officeDocument/2006/relationships/notesMaster" Target="/ppt/notesMasters/notesMaster1.xml" Id="R3f5603846bfe40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8d5e73901748b0" /><Relationship Type="http://schemas.openxmlformats.org/officeDocument/2006/relationships/notesMaster" Target="/ppt/notesMasters/notesMaster1.xml" Id="Rf0901202367d42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198d32b4a24e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895414473743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bc0aaecdd94d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7562e3584d41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35d0b26fc344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3397719b5345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d3ce876a104334" /><Relationship Type="http://schemas.openxmlformats.org/officeDocument/2006/relationships/slideLayout" Target="/ppt/slideLayouts/slideLayout1.xml" Id="Rd1263a44ecf641e1" /><Relationship Type="http://schemas.openxmlformats.org/officeDocument/2006/relationships/slideLayout" Target="/ppt/slideLayouts/slideLayout2.xml" Id="R074c94f3da314fa5" /><Relationship Type="http://schemas.openxmlformats.org/officeDocument/2006/relationships/slideLayout" Target="/ppt/slideLayouts/slideLayout3.xml" Id="Rb879b55bba4a45a7" /><Relationship Type="http://schemas.openxmlformats.org/officeDocument/2006/relationships/slideLayout" Target="/ppt/slideLayouts/slideLayout4.xml" Id="R920ce952b73948c7" /><Relationship Type="http://schemas.openxmlformats.org/officeDocument/2006/relationships/slideLayout" Target="/ppt/slideLayouts/slideLayout5.xml" Id="R7b3ceb61c6b24500" /><Relationship Type="http://schemas.openxmlformats.org/officeDocument/2006/relationships/slideLayout" Target="/ppt/slideLayouts/slideLayout6.xml" Id="Rfb47c7d9510043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263a44ecf641e1"/>
    <p:sldLayoutId xmlns:r="http://schemas.openxmlformats.org/officeDocument/2006/relationships" id="2147483650" r:id="R074c94f3da314fa5"/>
    <p:sldLayoutId xmlns:r="http://schemas.openxmlformats.org/officeDocument/2006/relationships" id="2147483651" r:id="Rb879b55bba4a45a7"/>
    <p:sldLayoutId xmlns:r="http://schemas.openxmlformats.org/officeDocument/2006/relationships" id="2147483652" r:id="R920ce952b73948c7"/>
    <p:sldLayoutId xmlns:r="http://schemas.openxmlformats.org/officeDocument/2006/relationships" id="2147483653" r:id="R7b3ceb61c6b24500"/>
    <p:sldLayoutId xmlns:r="http://schemas.openxmlformats.org/officeDocument/2006/relationships" id="2147483654" r:id="Rfb47c7d9510043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ffa459fcb44835" /><Relationship Type="http://schemas.openxmlformats.org/officeDocument/2006/relationships/notesSlide" Target="/ppt/notesSlides/notesSlide1.xml" Id="R047c78be6f824b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e7346216784e66" /><Relationship Type="http://schemas.openxmlformats.org/officeDocument/2006/relationships/image" Target="/ppt/media/image.png" Id="Rd1a325733a0c4072" /><Relationship Type="http://schemas.openxmlformats.org/officeDocument/2006/relationships/image" Target="/ppt/media/image.jpeg" Id="R41677e2a0e894d8e" /><Relationship Type="http://schemas.openxmlformats.org/officeDocument/2006/relationships/image" Target="/ppt/media/image2.jpeg" Id="R0c681c5472764850" /><Relationship Type="http://schemas.openxmlformats.org/officeDocument/2006/relationships/image" Target="/ppt/media/image3.jpeg" Id="R20dc95b037de40ba" /><Relationship Type="http://schemas.openxmlformats.org/officeDocument/2006/relationships/image" Target="/ppt/media/image2.png" Id="R2a4a8259de494d1a" /><Relationship Type="http://schemas.openxmlformats.org/officeDocument/2006/relationships/notesSlide" Target="/ppt/notesSlides/notesSlide2.xml" Id="R4da26eae648c4f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4aa4987c17441f" /><Relationship Type="http://schemas.openxmlformats.org/officeDocument/2006/relationships/notesSlide" Target="/ppt/notesSlides/notesSlide3.xml" Id="R714c31a7b8614c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f33a07904645f3" /><Relationship Type="http://schemas.openxmlformats.org/officeDocument/2006/relationships/notesSlide" Target="/ppt/notesSlides/notesSlide4.xml" Id="R895f69d60b5743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098ee16e46e4edb" /><Relationship Type="http://schemas.openxmlformats.org/officeDocument/2006/relationships/notesSlide" Target="/ppt/notesSlides/notesSlide5.xml" Id="R738f6057097f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94c9f1fc204c52" /><Relationship Type="http://schemas.openxmlformats.org/officeDocument/2006/relationships/image" Target="/ppt/media/image4.jpeg" Id="R1164e349c1c446a0" /><Relationship Type="http://schemas.openxmlformats.org/officeDocument/2006/relationships/image" Target="/ppt/media/image5.jpeg" Id="Rf5e530b8dd534ae1" /><Relationship Type="http://schemas.openxmlformats.org/officeDocument/2006/relationships/hyperlink" Target="https://www.linkedin.com/in/pulkitwalia/" TargetMode="External" Id="R74ae081b418c4be4" /><Relationship Type="http://schemas.openxmlformats.org/officeDocument/2006/relationships/hyperlink" Target="https://www.linkedin.com/in/rohit-jain-343437187/" TargetMode="External" Id="R0020d8490e68466d" /><Relationship Type="http://schemas.openxmlformats.org/officeDocument/2006/relationships/image" Target="/ppt/media/image6.jpeg" Id="R9991a8aecc4444c6" /><Relationship Type="http://schemas.openxmlformats.org/officeDocument/2006/relationships/image" Target="/ppt/media/image3.png" Id="R51d0fa15886e4f53" /><Relationship Type="http://schemas.openxmlformats.org/officeDocument/2006/relationships/image" Target="/ppt/media/image7.jpeg" Id="R06a3337025104abc" /><Relationship Type="http://schemas.openxmlformats.org/officeDocument/2006/relationships/notesSlide" Target="/ppt/notesSlides/notesSlide6.xml" Id="R0702d0bdd55d4499"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v30-text-6">
            <a:extLst xmlns:a="http://schemas.openxmlformats.org/drawingml/2006/main">
              <a:ext uri="{FF2B5EF4-FFF2-40B4-BE49-F238E27FC236}">
                <a16:creationId xmlns:a16="http://schemas.microsoft.com/office/drawing/2014/main" id="{BD0FFD8B-A5E6-42AC-B090-7113539B70D4}"/>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GOLOCAL</a:t>
            </a:r>
          </a:p>
        </p:txBody>
      </p:sp>
      <p:sp>
        <p:nvSpPr>
          <p:cNvPr id="2" name="v30-text-7">
            <a:extLst xmlns:a="http://schemas.openxmlformats.org/drawingml/2006/main">
              <a:ext uri="{FF2B5EF4-FFF2-40B4-BE49-F238E27FC236}">
                <a16:creationId xmlns:a16="http://schemas.microsoft.com/office/drawing/2014/main" id="{DFF58693-A532-41FB-9C48-A1F677899062}"/>
              </a:ext>
            </a:extLst>
          </p:cNvPr>
          <p:cNvSpPr>
            <a:spLocks xmlns:a="http://schemas.openxmlformats.org/drawingml/2006/main" noGrp="1"/>
          </p:cNvSpPr>
          <p:nvPr/>
        </p:nvSpPr>
        <p:spPr>
          <a:xfrm xmlns:a="http://schemas.openxmlformats.org/drawingml/2006/main">
            <a:off x="6572250" y="276225"/>
            <a:ext cx="5010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3716A"/>
                </a:solidFill>
                <a:latin typeface="Helvetica Neue"/>
                <a:ea typeface="Helvetica Neue"/>
                <a:cs typeface="Helvetica Neue"/>
              </a:defRPr>
            </a:defPPr>
          </a:lstStyle>
          <a:p xmlns:a="http://schemas.openxmlformats.org/drawingml/2006/main">
            <a:pPr algn="r">
              <a:buNone/>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Local services, booked by your personal agent.</a:t>
            </a:r>
          </a:p>
        </p:txBody>
      </p:sp>
      <p:sp>
        <p:nvSpPr>
          <p:cNvPr id="3" name="v30-text-8">
            <a:extLst xmlns:a="http://schemas.openxmlformats.org/drawingml/2006/main">
              <a:ext uri="{FF2B5EF4-FFF2-40B4-BE49-F238E27FC236}">
                <a16:creationId xmlns:a16="http://schemas.microsoft.com/office/drawing/2014/main" id="{6B788128-3746-4C1A-B6C2-740E2E636D3D}"/>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4" name="v30-text-9">
            <a:extLst xmlns:a="http://schemas.openxmlformats.org/drawingml/2006/main">
              <a:ext uri="{FF2B5EF4-FFF2-40B4-BE49-F238E27FC236}">
                <a16:creationId xmlns:a16="http://schemas.microsoft.com/office/drawing/2014/main" id="{B9785A91-1E09-4E89-89A7-BAE907AFA058}"/>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5" name="">
            <a:extLst xmlns:a="http://schemas.openxmlformats.org/drawingml/2006/main">
              <a:ext uri="{FF2B5EF4-FFF2-40B4-BE49-F238E27FC236}">
                <a16:creationId xmlns:a16="http://schemas.microsoft.com/office/drawing/2014/main" id="{DA67A8DA-3438-49A5-A82D-BAAEEC5673A4}"/>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buNone/>
                      </a:pPr>
                      <a:r>
                        <a:rPr sz="1650" b="1">
                          <a:solidFill>
                            <a:srgbClr val="A34E3F"/>
                          </a:solidFill>
                          <a:latin typeface="Helvetica Neue"/>
                          <a:ea typeface="Helvetica Neue"/>
                          <a:cs typeface="Helvetica Neue"/>
                        </a:rPr>
                        <a:t>MISSING: a shared live data layer for local businesses</a:t>
                      </a:r>
                    </a:p>
                    <a:p>
                      <a:pPr algn="ctr">
                        <a:buNone/>
                      </a:pP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6" name="v30-text-10">
            <a:extLst xmlns:a="http://schemas.openxmlformats.org/drawingml/2006/main">
              <a:ext uri="{FF2B5EF4-FFF2-40B4-BE49-F238E27FC236}">
                <a16:creationId xmlns:a16="http://schemas.microsoft.com/office/drawing/2014/main" id="{B1C0E5D7-D403-45CF-BEBB-782F0729DDD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7" name="v30-text-11">
            <a:extLst xmlns:a="http://schemas.openxmlformats.org/drawingml/2006/main">
              <a:ext uri="{FF2B5EF4-FFF2-40B4-BE49-F238E27FC236}">
                <a16:creationId xmlns:a16="http://schemas.microsoft.com/office/drawing/2014/main" id="{3F1CF72F-F646-479D-AAA6-23869C1334FD}"/>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8" name="v30-text-12">
            <a:extLst xmlns:a="http://schemas.openxmlformats.org/drawingml/2006/main">
              <a:ext uri="{FF2B5EF4-FFF2-40B4-BE49-F238E27FC236}">
                <a16:creationId xmlns:a16="http://schemas.microsoft.com/office/drawing/2014/main" id="{48386D84-8846-4C5C-A9EB-52F664EE0672}"/>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3708BD38-4759-4875-ADC9-357FC4660B62}"/>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AAB06E0B-75E9-42A5-A401-03F0E9F55F8A}"/>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1A5B6197-8054-4E37-900D-8FAB9705AC78}"/>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18A23FAE-8AF6-4217-80CF-126711ED9B04}"/>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598449D6-EF69-418D-B0EF-EBBC6BA037CA}"/>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6CC5AAC8-9512-4494-9880-84B32F64DD18}"/>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1719395E-B1D4-4B8D-8B97-CC59D59F3828}"/>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0C30F201-CE9A-4DBA-9E7A-73CCFED48709}"/>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3708D47F-4D38-4B35-B1EE-BFECB8C49C36}"/>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CD277CDA-4570-4ABC-A2D2-4D1D6ABEF06E}"/>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CE4E2FAE-6E7F-4FC4-96EC-A5A7B98AEF6F}"/>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3C07DD19-5A81-4611-B224-6A59B751BEAD}"/>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34BE8C90-2660-4FE4-966E-1112D080A926}"/>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DDCE0B52-FC12-4DBA-A081-C3DFDD005EBA}"/>
              </a:ext>
            </a:extLst>
          </p:cNvPr>
          <p:cNvPicPr>
            <a:picLocks xmlns:a="http://schemas.openxmlformats.org/drawingml/2006/main" noChangeAspect="1"/>
          </p:cNvPicPr>
          <p:nvPr/>
        </p:nvPicPr>
        <p:blipFill>
          <a:blip xmlns:r="http://schemas.openxmlformats.org/officeDocument/2006/relationships" xmlns:a="http://schemas.openxmlformats.org/drawingml/2006/main" r:embed="Rd1a325733a0c4072"/>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FECC5AE1-D9A8-463A-A80D-46A69FD79E73}"/>
              </a:ext>
            </a:extLst>
          </p:cNvPr>
          <p:cNvPicPr>
            <a:picLocks xmlns:a="http://schemas.openxmlformats.org/drawingml/2006/main" noChangeAspect="1"/>
          </p:cNvPicPr>
          <p:nvPr/>
        </p:nvPicPr>
        <p:blipFill>
          <a:blip xmlns:r="http://schemas.openxmlformats.org/officeDocument/2006/relationships" xmlns:a="http://schemas.openxmlformats.org/drawingml/2006/main" r:embed="R41677e2a0e894d8e"/>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B39C4F26-4269-42EA-96C8-8AF33D7C54CB}"/>
              </a:ext>
            </a:extLst>
          </p:cNvPr>
          <p:cNvPicPr>
            <a:picLocks xmlns:a="http://schemas.openxmlformats.org/drawingml/2006/main" noChangeAspect="1"/>
          </p:cNvPicPr>
          <p:nvPr/>
        </p:nvPicPr>
        <p:blipFill>
          <a:blip xmlns:r="http://schemas.openxmlformats.org/officeDocument/2006/relationships" xmlns:a="http://schemas.openxmlformats.org/drawingml/2006/main" r:embed="R0c681c5472764850"/>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19EC3160-2726-404A-9D7D-77F40CCE7452}"/>
              </a:ext>
            </a:extLst>
          </p:cNvPr>
          <p:cNvPicPr>
            <a:picLocks xmlns:a="http://schemas.openxmlformats.org/drawingml/2006/main" noChangeAspect="1"/>
          </p:cNvPicPr>
          <p:nvPr/>
        </p:nvPicPr>
        <p:blipFill>
          <a:blip xmlns:r="http://schemas.openxmlformats.org/officeDocument/2006/relationships" xmlns:a="http://schemas.openxmlformats.org/drawingml/2006/main" r:embed="R20dc95b037de40ba"/>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286B37E0-C4A5-41A8-BF9A-006141E6532F}"/>
              </a:ext>
            </a:extLst>
          </p:cNvPr>
          <p:cNvPicPr>
            <a:picLocks xmlns:a="http://schemas.openxmlformats.org/drawingml/2006/main" noChangeAspect="1"/>
          </p:cNvPicPr>
          <p:nvPr/>
        </p:nvPicPr>
        <p:blipFill>
          <a:blip xmlns:r="http://schemas.openxmlformats.org/officeDocument/2006/relationships" xmlns:a="http://schemas.openxmlformats.org/drawingml/2006/main" r:embed="R2a4a8259de494d1a"/>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17">
            <a:extLst xmlns:a="http://schemas.openxmlformats.org/drawingml/2006/main">
              <a:ext uri="{FF2B5EF4-FFF2-40B4-BE49-F238E27FC236}">
                <a16:creationId xmlns:a16="http://schemas.microsoft.com/office/drawing/2014/main" id="{152D7C17-3247-4A6D-9EC4-60E44D2077A1}"/>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8">
            <a:extLst xmlns:a="http://schemas.openxmlformats.org/drawingml/2006/main">
              <a:ext uri="{FF2B5EF4-FFF2-40B4-BE49-F238E27FC236}">
                <a16:creationId xmlns:a16="http://schemas.microsoft.com/office/drawing/2014/main" id="{F9603388-D677-4518-9DE7-A0AD17B3E11E}"/>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19">
            <a:extLst xmlns:a="http://schemas.openxmlformats.org/drawingml/2006/main">
              <a:ext uri="{FF2B5EF4-FFF2-40B4-BE49-F238E27FC236}">
                <a16:creationId xmlns:a16="http://schemas.microsoft.com/office/drawing/2014/main" id="{42A61F9C-D1A8-4530-867B-2B5CA9F352E2}"/>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
            <a:extLst xmlns:a="http://schemas.openxmlformats.org/drawingml/2006/main">
              <a:ext uri="{FF2B5EF4-FFF2-40B4-BE49-F238E27FC236}">
                <a16:creationId xmlns:a16="http://schemas.microsoft.com/office/drawing/2014/main" id="{9B71E662-F695-4003-BCAA-0D3217905B93}"/>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firstRow="0" firstCol="0" bandRow="0"/>
              <a:tblGrid>
                <a:gridCol w="1581150"/>
                <a:gridCol w="4552950"/>
                <a:gridCol w="4838700"/>
              </a:tblGrid>
              <a:tr h="781050">
                <a:tc>
                  <a:txBody>
                    <a:bodyPr wrap="square">
                      <a:noAutofit/>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wrap="square">
                      <a:noAutofit/>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r>
            </a:tbl>
          </a:graphicData>
        </a:graphic>
      </p:graphicFrame>
      <p:sp>
        <p:nvSpPr>
          <p:cNvPr id="5" name="v31-text-20">
            <a:extLst xmlns:a="http://schemas.openxmlformats.org/drawingml/2006/main">
              <a:ext uri="{FF2B5EF4-FFF2-40B4-BE49-F238E27FC236}">
                <a16:creationId xmlns:a16="http://schemas.microsoft.com/office/drawing/2014/main" id="{89296780-A397-45C9-AFDC-1FE03CF0DDE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21">
            <a:extLst xmlns:a="http://schemas.openxmlformats.org/drawingml/2006/main">
              <a:ext uri="{FF2B5EF4-FFF2-40B4-BE49-F238E27FC236}">
                <a16:creationId xmlns:a16="http://schemas.microsoft.com/office/drawing/2014/main" id="{4B32CA31-1A37-4F52-8D66-C486C6EC8265}"/>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22">
            <a:extLst xmlns:a="http://schemas.openxmlformats.org/drawingml/2006/main">
              <a:ext uri="{FF2B5EF4-FFF2-40B4-BE49-F238E27FC236}">
                <a16:creationId xmlns:a16="http://schemas.microsoft.com/office/drawing/2014/main" id="{1984492B-E456-4221-9BC4-407EBE1FB8BF}"/>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23">
            <a:extLst xmlns:a="http://schemas.openxmlformats.org/drawingml/2006/main">
              <a:ext uri="{FF2B5EF4-FFF2-40B4-BE49-F238E27FC236}">
                <a16:creationId xmlns:a16="http://schemas.microsoft.com/office/drawing/2014/main" id="{7CDE3263-20C3-46E4-87EB-2511466246AE}"/>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Salt Lake City address,</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photo and scope of a</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diagnostic visit.</a:t>
            </a:r>
          </a:p>
        </p:txBody>
      </p:sp>
      <p:sp>
        <p:nvSpPr>
          <p:cNvPr id="9" name="v31-text-24">
            <a:extLst xmlns:a="http://schemas.openxmlformats.org/drawingml/2006/main">
              <a:ext uri="{FF2B5EF4-FFF2-40B4-BE49-F238E27FC236}">
                <a16:creationId xmlns:a16="http://schemas.microsoft.com/office/drawing/2014/main" id="{B3E0E575-B665-4F94-BF80-2A90DD04EDF2}"/>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25">
            <a:extLst xmlns:a="http://schemas.openxmlformats.org/drawingml/2006/main">
              <a:ext uri="{FF2B5EF4-FFF2-40B4-BE49-F238E27FC236}">
                <a16:creationId xmlns:a16="http://schemas.microsoft.com/office/drawing/2014/main" id="{90165BC1-471A-4E2F-AC61-1EFDBB35712A}"/>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available slots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visit fees.</a:t>
            </a:r>
          </a:p>
        </p:txBody>
      </p:sp>
      <p:sp>
        <p:nvSpPr>
          <p:cNvPr id="11" name="v31-text-26">
            <a:extLst xmlns:a="http://schemas.openxmlformats.org/drawingml/2006/main">
              <a:ext uri="{FF2B5EF4-FFF2-40B4-BE49-F238E27FC236}">
                <a16:creationId xmlns:a16="http://schemas.microsoft.com/office/drawing/2014/main" id="{289C0F43-8F7B-4B3F-A946-68D954232BB0}"/>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27">
            <a:extLst xmlns:a="http://schemas.openxmlformats.org/drawingml/2006/main">
              <a:ext uri="{FF2B5EF4-FFF2-40B4-BE49-F238E27FC236}">
                <a16:creationId xmlns:a16="http://schemas.microsoft.com/office/drawing/2014/main" id="{A9A3BF14-3662-4B5D-92F4-AC3347984626}"/>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Oak Plumbing.</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28">
            <a:extLst xmlns:a="http://schemas.openxmlformats.org/drawingml/2006/main">
              <a:ext uri="{FF2B5EF4-FFF2-40B4-BE49-F238E27FC236}">
                <a16:creationId xmlns:a16="http://schemas.microsoft.com/office/drawing/2014/main" id="{A40C7825-76FC-4F72-A308-DD86E72F4D43}"/>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29">
            <a:extLst xmlns:a="http://schemas.openxmlformats.org/drawingml/2006/main">
              <a:ext uri="{FF2B5EF4-FFF2-40B4-BE49-F238E27FC236}">
                <a16:creationId xmlns:a16="http://schemas.microsoft.com/office/drawing/2014/main" id="{1EDBAE93-E317-42BC-8A81-EABC4B428691}"/>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30">
            <a:extLst xmlns:a="http://schemas.openxmlformats.org/drawingml/2006/main">
              <a:ext uri="{FF2B5EF4-FFF2-40B4-BE49-F238E27FC236}">
                <a16:creationId xmlns:a16="http://schemas.microsoft.com/office/drawing/2014/main" id="{F0F90A0A-A17B-421A-94FD-325445514713}"/>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31">
            <a:extLst xmlns:a="http://schemas.openxmlformats.org/drawingml/2006/main">
              <a:ext uri="{FF2B5EF4-FFF2-40B4-BE49-F238E27FC236}">
                <a16:creationId xmlns:a16="http://schemas.microsoft.com/office/drawing/2014/main" id="{47404823-0E6A-4A1A-9DD5-C9B8C693B30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buNone/>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Repairs quoted after inspection.</a:t>
            </a:r>
          </a:p>
        </p:txBody>
      </p:sp>
      <p:sp>
        <p:nvSpPr>
          <p:cNvPr id="17" name="v31-text-32">
            <a:extLst xmlns:a="http://schemas.openxmlformats.org/drawingml/2006/main">
              <a:ext uri="{FF2B5EF4-FFF2-40B4-BE49-F238E27FC236}">
                <a16:creationId xmlns:a16="http://schemas.microsoft.com/office/drawing/2014/main" id="{45C96F9D-504E-4AA8-A0C3-333A25244636}"/>
              </a:ext>
            </a:extLst>
          </p:cNvPr>
          <p:cNvSpPr>
            <a:spLocks xmlns:a="http://schemas.openxmlformats.org/drawingml/2006/main" noGrp="1"/>
          </p:cNvSpPr>
          <p:nvPr/>
        </p:nvSpPr>
        <p:spPr>
          <a:xfrm xmlns:a="http://schemas.openxmlformats.org/drawingml/2006/main">
            <a:off x="609600" y="6610350"/>
            <a:ext cx="10572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3716A"/>
                </a:solidFill>
                <a:latin typeface="Helvetica Neue"/>
                <a:ea typeface="Helvetica Neue"/>
                <a:cs typeface="Helvetica Neue"/>
              </a:defRPr>
            </a:defPPr>
          </a:lstStyle>
          <a:p xmlns:a="http://schemas.openxmlformats.org/drawingml/2006/main">
            <a:pPr algn="l">
              <a:buNone/>
              <a:defRPr sz="900" b="0">
                <a:solidFill>
                  <a:srgbClr val="53716A"/>
                </a:solidFill>
                <a:latin typeface="Helvetica Neue"/>
                <a:ea typeface="Helvetica Neue"/>
                <a:cs typeface="Helvetica Neue"/>
              </a:defRPr>
            </a:pPr>
            <a:r>
              <a:rPr sz="900" b="0">
                <a:solidFill>
                  <a:srgbClr val="53716A"/>
                </a:solidFill>
                <a:latin typeface="Helvetica Neue"/>
                <a:ea typeface="Helvetica Neue"/>
                <a:cs typeface="Helvetica Neue"/>
              </a:rPr>
              <a:t>Illustrative flows. Hundreds of providers and sub-second matching are targets, not measured results. Provider, price and booking are examples.</a:t>
            </a:r>
          </a:p>
        </p:txBody>
      </p:sp>
      <p:sp>
        <p:nvSpPr>
          <p:cNvPr id="18" name="v31-text-33">
            <a:extLst xmlns:a="http://schemas.openxmlformats.org/drawingml/2006/main">
              <a:ext uri="{FF2B5EF4-FFF2-40B4-BE49-F238E27FC236}">
                <a16:creationId xmlns:a16="http://schemas.microsoft.com/office/drawing/2014/main" id="{DD4D992F-2E6E-4EBA-ADAF-ABBC65A1F64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9FE14A91-E8CF-4807-B8F4-2FD5B981A6EE}"/>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0EFDA2CB-DDF9-4011-B5F7-A85B756F1DA5}"/>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21D99FF4-0149-461D-BB2C-D1D500DC7126}"/>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EFFAF2EC-04BA-4241-ADB3-3816EFF3AADB}"/>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5886450"/>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115050"/>
            <a:ext cx="11201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03D3B"/>
                </a:solidFill>
                <a:latin typeface="Helvetica Neue"/>
                <a:ea typeface="Helvetica Neue"/>
                <a:cs typeface="Helvetica Neue"/>
              </a:defRPr>
            </a:defPPr>
          </a:lstStyle>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Businesses pay 10% of the booking amount.</a:t>
            </a:r>
          </a:p>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That 10% fee is shared between GoLocal and software or channel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648450"/>
            <a:ext cx="10334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65746C"/>
                </a:solidFill>
                <a:latin typeface="Helvetica Neue"/>
                <a:ea typeface="Helvetica Neue"/>
                <a:cs typeface="Helvetica Neue"/>
              </a:defRPr>
            </a:defPPr>
          </a:lstStyle>
          <a:p xmlns:a="http://schemas.openxmlformats.org/drawingml/2006/main">
            <a:pPr algn="l">
              <a:buNone/>
              <a:defRPr sz="900" b="0">
                <a:solidFill>
                  <a:srgbClr val="65746C"/>
                </a:solidFill>
                <a:latin typeface="Helvetica Neue"/>
                <a:ea typeface="Helvetica Neue"/>
                <a:cs typeface="Helvetica Neue"/>
              </a:defRPr>
            </a:pPr>
            <a:r>
              <a:rPr sz="90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410A3B86-2D60-4191-9A77-32064CF2FDEB}"/>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CDA6A9B6-2878-4E5E-946B-06BE8C373FB9}"/>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EE64B40D-44DD-4343-ABF0-8F70CA1526DF}"/>
              </a:ext>
            </a:extLst>
          </p:cNvPr>
          <p:cNvPicPr>
            <a:picLocks xmlns:a="http://schemas.openxmlformats.org/drawingml/2006/main" noChangeAspect="1"/>
          </p:cNvPicPr>
          <p:nvPr/>
        </p:nvPicPr>
        <p:blipFill>
          <a:blip xmlns:r="http://schemas.openxmlformats.org/officeDocument/2006/relationships" xmlns:a="http://schemas.openxmlformats.org/drawingml/2006/main" r:embed="R1164e349c1c446a0"/>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C86E684D-FB59-4D40-A5B1-66D535B800F0}"/>
              </a:ext>
            </a:extLst>
          </p:cNvPr>
          <p:cNvPicPr>
            <a:picLocks xmlns:a="http://schemas.openxmlformats.org/drawingml/2006/main" noChangeAspect="1"/>
          </p:cNvPicPr>
          <p:nvPr/>
        </p:nvPicPr>
        <p:blipFill>
          <a:blip xmlns:r="http://schemas.openxmlformats.org/officeDocument/2006/relationships" xmlns:a="http://schemas.openxmlformats.org/drawingml/2006/main" r:embed="Rf5e530b8dd534ae1"/>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74ae081b418c4be4"/>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0020d8490e68466d"/>
              </a:rPr>
              <a:t>LinkedIn</a:t>
            </a:r>
          </a:p>
        </p:txBody>
      </p:sp>
      <p:pic>
        <p:nvPicPr>
          <p:cNvPr id="11" name="Picture 10">
            <a:extLst xmlns:a="http://schemas.openxmlformats.org/drawingml/2006/main">
              <a:ext uri="{FF2B5EF4-FFF2-40B4-BE49-F238E27FC236}">
                <a16:creationId xmlns:a16="http://schemas.microsoft.com/office/drawing/2014/main" id="{4D97719F-8910-4C3A-A331-125A81F6CE83}"/>
              </a:ext>
            </a:extLst>
          </p:cNvPr>
          <p:cNvPicPr>
            <a:picLocks xmlns:a="http://schemas.openxmlformats.org/drawingml/2006/main" noChangeAspect="1"/>
          </p:cNvPicPr>
          <p:nvPr/>
        </p:nvPicPr>
        <p:blipFill>
          <a:blip xmlns:r="http://schemas.openxmlformats.org/officeDocument/2006/relationships" xmlns:a="http://schemas.openxmlformats.org/drawingml/2006/main" r:embed="R9991a8aecc4444c6"/>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9D80872F-33A8-4B00-AD41-C1D45467C0C5}"/>
              </a:ext>
            </a:extLst>
          </p:cNvPr>
          <p:cNvPicPr>
            <a:picLocks xmlns:a="http://schemas.openxmlformats.org/drawingml/2006/main" noChangeAspect="1"/>
          </p:cNvPicPr>
          <p:nvPr/>
        </p:nvPicPr>
        <p:blipFill>
          <a:blip xmlns:r="http://schemas.openxmlformats.org/officeDocument/2006/relationships" xmlns:a="http://schemas.openxmlformats.org/drawingml/2006/main" r:embed="R51d0fa15886e4f53"/>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77488C77-2AE9-43D9-8108-9CA6518DB475}"/>
              </a:ext>
            </a:extLst>
          </p:cNvPr>
          <p:cNvPicPr>
            <a:picLocks xmlns:a="http://schemas.openxmlformats.org/drawingml/2006/main" noChangeAspect="1"/>
          </p:cNvPicPr>
          <p:nvPr/>
        </p:nvPicPr>
        <p:blipFill>
          <a:blip xmlns:r="http://schemas.openxmlformats.org/officeDocument/2006/relationships" xmlns:a="http://schemas.openxmlformats.org/drawingml/2006/main" r:embed="R06a3337025104abc"/>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2026-10-11T02:48:18.7780000Z</dcterms:created>
  <dcterms:modified xsi:type="dcterms:W3CDTF">2026-10-11T02:48:18.7780000Z</dcterms:modified>
</coreProperties>
</file>