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955c23f18d4318" /><Relationship Type="http://schemas.openxmlformats.org/officeDocument/2006/relationships/extended-properties" Target="/docProps/app.xml" Id="R0e6e80029b9346eb" /><Relationship Type="http://schemas.openxmlformats.org/officeDocument/2006/relationships/officeDocument" Target="/ppt/presentation.xml" Id="R07aefa2822cc4963" /></Relationships>
</file>

<file path=ppt/presentation.xml><?xml version="1.0" encoding="utf-8"?>
<p:presentation xmlns:p="http://schemas.openxmlformats.org/presentationml/2006/main">
  <p:sldMasterIdLst>
    <p:sldMasterId xmlns:r="http://schemas.openxmlformats.org/officeDocument/2006/relationships" id="2147483648" r:id="Rac06bb29527a4498"/>
  </p:sldMasterIdLst>
  <p:notesMasterIdLst>
    <p:notesMasterId xmlns:r="http://schemas.openxmlformats.org/officeDocument/2006/relationships" r:id="Rd8be7d489e844de0"/>
  </p:notesMasterIdLst>
  <p:sldIdLst>
    <p:sldId xmlns:r="http://schemas.openxmlformats.org/officeDocument/2006/relationships" id="256" r:id="Ra229e3a22bd94123"/>
    <p:sldId xmlns:r="http://schemas.openxmlformats.org/officeDocument/2006/relationships" id="257" r:id="R37a489c11a754de8"/>
    <p:sldId xmlns:r="http://schemas.openxmlformats.org/officeDocument/2006/relationships" id="258" r:id="R6400c82bf5244d28"/>
    <p:sldId xmlns:r="http://schemas.openxmlformats.org/officeDocument/2006/relationships" id="259" r:id="R323a92e44dce4ff8"/>
    <p:sldId xmlns:r="http://schemas.openxmlformats.org/officeDocument/2006/relationships" id="260" r:id="R666adab16a5f4d51"/>
    <p:sldId xmlns:r="http://schemas.openxmlformats.org/officeDocument/2006/relationships" id="261" r:id="R6a5b5fed8e1e46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8a40958b954308" /><Relationship Type="http://schemas.openxmlformats.org/officeDocument/2006/relationships/slideMaster" Target="/ppt/slideMasters/slideMaster1.xml" Id="Rac06bb29527a4498" /><Relationship Type="http://schemas.openxmlformats.org/officeDocument/2006/relationships/notesMaster" Target="/ppt/notesMasters/notesMaster1.xml" Id="Rd8be7d489e844de0" /><Relationship Type="http://schemas.openxmlformats.org/officeDocument/2006/relationships/presProps" Target="/ppt/presProps.xml" Id="Rb6dc6eaa70ac4505" /><Relationship Type="http://schemas.openxmlformats.org/officeDocument/2006/relationships/tableStyles" Target="/ppt/tableStyles.xml" Id="Refe83ba3b5804009" /><Relationship Type="http://schemas.openxmlformats.org/officeDocument/2006/relationships/slide" Target="/ppt/slides/slide1.xml" Id="Ra229e3a22bd94123" /><Relationship Type="http://schemas.openxmlformats.org/officeDocument/2006/relationships/slide" Target="/ppt/slides/slide2.xml" Id="R37a489c11a754de8" /><Relationship Type="http://schemas.openxmlformats.org/officeDocument/2006/relationships/slide" Target="/ppt/slides/slide3.xml" Id="R6400c82bf5244d28" /><Relationship Type="http://schemas.openxmlformats.org/officeDocument/2006/relationships/slide" Target="/ppt/slides/slide4.xml" Id="R323a92e44dce4ff8" /><Relationship Type="http://schemas.openxmlformats.org/officeDocument/2006/relationships/slide" Target="/ppt/slides/slide5.xml" Id="R666adab16a5f4d51" /><Relationship Type="http://schemas.openxmlformats.org/officeDocument/2006/relationships/slide" Target="/ppt/slides/slide6.xml" Id="R6a5b5fed8e1e46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e717e02b0847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80ec37d33043e0" /><Relationship Type="http://schemas.openxmlformats.org/officeDocument/2006/relationships/notesMaster" Target="/ppt/notesMasters/notesMaster1.xml" Id="R007531da126545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a572127d554efb" /><Relationship Type="http://schemas.openxmlformats.org/officeDocument/2006/relationships/notesMaster" Target="/ppt/notesMasters/notesMaster1.xml" Id="Re4bd2e485d2341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59b68ad5284113" /><Relationship Type="http://schemas.openxmlformats.org/officeDocument/2006/relationships/notesMaster" Target="/ppt/notesMasters/notesMaster1.xml" Id="Rcfad79aba20d4b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ed0520055449b4" /><Relationship Type="http://schemas.openxmlformats.org/officeDocument/2006/relationships/notesMaster" Target="/ppt/notesMasters/notesMaster1.xml" Id="R72030997983b45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070ddc6f6c416a" /><Relationship Type="http://schemas.openxmlformats.org/officeDocument/2006/relationships/notesMaster" Target="/ppt/notesMasters/notesMaster1.xml" Id="R7c1327b690914e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e65a0470034e78" /><Relationship Type="http://schemas.openxmlformats.org/officeDocument/2006/relationships/notesMaster" Target="/ppt/notesMasters/notesMaster1.xml" Id="Rd5654934d98e48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replaces the earlier two-route distribution comparison with the founder-approved launch and growth plan. Proposed Salt Lake City pilot: one city and one service category. Service category and first audience remain to be selected; no live pilot transactions are asserted. Channel partners onboard participating businesses while GoLocal recruits users with a specific booking need. Concentrating supply and demand is the cold-start strategy, not evidence that cold start is already solved. The highlighted prompt expresses the intended one-time connector setup experience on compatible agent platforms; platform sign-in/authorization can follow, and transaction approvals are separate from connector installation. Setup, directory approval and native agent selection need to be verified on each target platform. The growth loop is a strategy: useful fulfilled bookings can support wider discovery and recommendations, which can bring more requests and attract more participating supply. It does not claim an automatic cross-user learning/ranking mechanism, universal recommendation eligibility or guaranteed agent traffic. OpenAI official plugin guidelines say plugins demonstrating strong real-world utility and high user satisfaction may be eligible for enhanced distribution such as directory placement or proactive suggestions: https://developers.openai.com/plugins/plugin-guidelines . OpenAI announcement describes discovery signals including conversational context, app usage patterns and user preferences: https://openai.com/index/developers-can-now-submit-apps-to-chatgpt/ . Muse guidelines say approved connectors are discoverable by its agent and in Settings; as users connect and get value more people discover them; featuring considers usefulness, completion, reliability and maintenance and is not guaranteed: https://muse.ai/platform/docs . Sources reviewed October 10 2026. Expansion category by category and city by city is planned after the first useful local coverage and booking outcomes. Supporting tactic, not on slide: invite a relevant provider to connect when there is a genuine customer-authorized request it can fulfill; sharing and routing require permission and support. Longer-term goal: direct personal-agent integration to become a default choice for relevant covered requests, not guaranteed routing of every search. Proposed business-paid success fee applies to fulfilled new-customer jobs, with a commercial share for contributing partners. Price, split, attributable volume, paid continuation and margins remain unagreed/unmeasured; no invented revenue mix or forecast. Existing-customer management is a separate commercial hypothesis. Founder latest update reports channel partnerships to onboard 50 service providers; preserve as a future onboarding commitment, not live supply, and reconcile the exact partner identities/counts when revising slide 5. That slide remains unchanged in this revision. No claim that Cactus is the dominant overall mid-market vendor. Slides 1–3 and 5–6 preserved. No outreach, bookings, application attachment change or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implements the founder-authorized partnership and Salt Lake City pilot update, with a single combined onboarding commitment of 50 service providers. Exact latest founder instruction: "Keep it simple: the Cactus AI and back-office partnerships, the commitment to onboard 50 providers, and how this gets the Salt Lake City pilot going." These are private founder-reported partner commitments, not public-source claims. Cactus AI agreed introductions of trade shops and booking access through existing customers. The separate regional back-office management company agreed client onboarding. Its exact name is not supplied, so use the descriptive label and do not invent a company or merge its identity with Cactus AI. No per-partner allocation of the 50 commitment is supplied, and none is inferred. The combined 50 is the latest founder-confirmed figure for this deck; historical Cactus customer reach of 100+ and the earlier separate 20-client commitment remain preserved in prior drafts and dated source records, and are not arithmetically summed. Fifty providers are committed for onboarding, not already live GoLocal merchants, deployed integrations, guaranteed available slots, completed bookings or revenue. Partners help establish supplier access for the proposed Salt Lake City pilot in one service category; the category and first audience remain to be selected. Pilot launch sequence is planned: onboard willing providers, connect their existing software with merchant authorization and supported actions, then test first customer-authorized agent bookings and confirm provider acceptance. Supplier onboarding does not establish consumer demand or guaranteed personal-agent routing; slide 4 contains the separate proposed demand strategy. No additional partner commercial terms, dominance claim, signatory status, go-live date or fabricated pilot results. This slide replaces the earlier 100+/20 split to emphasize the founder-confirmed combined pilot commitment. Slides 1–4 and 6 retained. No main short-thesis rewriting, online Page sync, application attachment replacement, submission, outreach or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d918c5c1714c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22baa15a7d45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6d9e21a99f42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f60322500b4f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ce47fbcc524c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c7e88a812d48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6113ec932c4bc8" /><Relationship Type="http://schemas.openxmlformats.org/officeDocument/2006/relationships/slideLayout" Target="/ppt/slideLayouts/slideLayout1.xml" Id="R857658a257b441fd" /><Relationship Type="http://schemas.openxmlformats.org/officeDocument/2006/relationships/slideLayout" Target="/ppt/slideLayouts/slideLayout2.xml" Id="R75f41156b7364cf9" /><Relationship Type="http://schemas.openxmlformats.org/officeDocument/2006/relationships/slideLayout" Target="/ppt/slideLayouts/slideLayout3.xml" Id="Rad03987595b745ec" /><Relationship Type="http://schemas.openxmlformats.org/officeDocument/2006/relationships/slideLayout" Target="/ppt/slideLayouts/slideLayout4.xml" Id="R8c76d40e49a04ffe" /><Relationship Type="http://schemas.openxmlformats.org/officeDocument/2006/relationships/slideLayout" Target="/ppt/slideLayouts/slideLayout5.xml" Id="Rc995224d14244b6a" /><Relationship Type="http://schemas.openxmlformats.org/officeDocument/2006/relationships/slideLayout" Target="/ppt/slideLayouts/slideLayout6.xml" Id="R9f415f1f318a43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7658a257b441fd"/>
    <p:sldLayoutId xmlns:r="http://schemas.openxmlformats.org/officeDocument/2006/relationships" id="2147483650" r:id="R75f41156b7364cf9"/>
    <p:sldLayoutId xmlns:r="http://schemas.openxmlformats.org/officeDocument/2006/relationships" id="2147483651" r:id="Rad03987595b745ec"/>
    <p:sldLayoutId xmlns:r="http://schemas.openxmlformats.org/officeDocument/2006/relationships" id="2147483652" r:id="R8c76d40e49a04ffe"/>
    <p:sldLayoutId xmlns:r="http://schemas.openxmlformats.org/officeDocument/2006/relationships" id="2147483653" r:id="Rc995224d14244b6a"/>
    <p:sldLayoutId xmlns:r="http://schemas.openxmlformats.org/officeDocument/2006/relationships" id="2147483654" r:id="R9f415f1f318a43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c779b85fd7470b" /><Relationship Type="http://schemas.openxmlformats.org/officeDocument/2006/relationships/notesSlide" Target="/ppt/notesSlides/notesSlide1.xml" Id="R6589d1a583cf4e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88b6ecef7740a6" /><Relationship Type="http://schemas.openxmlformats.org/officeDocument/2006/relationships/notesSlide" Target="/ppt/notesSlides/notesSlide2.xml" Id="Rbbd6dc018c2142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5773413ab24e78" /><Relationship Type="http://schemas.openxmlformats.org/officeDocument/2006/relationships/notesSlide" Target="/ppt/notesSlides/notesSlide3.xml" Id="R5b3fa69233d048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040089a11d4246" /><Relationship Type="http://schemas.openxmlformats.org/officeDocument/2006/relationships/notesSlide" Target="/ppt/notesSlides/notesSlide4.xml" Id="Rb4f2cb8c09a34a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941d9c7ffe4c0a" /><Relationship Type="http://schemas.openxmlformats.org/officeDocument/2006/relationships/notesSlide" Target="/ppt/notesSlides/notesSlide5.xml" Id="R85942a3307104c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9f5a2d295343db" /><Relationship Type="http://schemas.openxmlformats.org/officeDocument/2006/relationships/notesSlide" Target="/ppt/notesSlides/notesSlide6.xml" Id="R00aa1434942441a5"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5B986A85-0EE6-4EF7-8890-D0176FA1CB32}"/>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37E575B1-5687-41A6-B77A-F3ABE738E446}"/>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8B8CFD5C-B679-4BB0-981D-ACC7B7821392}"/>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3AE90839-8462-4001-A262-2681D5476B2A}"/>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7E2DEC06-3550-4847-A7FA-E05C446E6BAA}"/>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DD1BC38E-7183-4A09-BFD0-0297952FFB60}"/>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4737383F-7030-4215-A871-8AD5BB89BD88}"/>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477FFADB-8E98-4288-B33A-B8BD196EB256}"/>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7725C30F-B35C-407B-BD05-5893B36AD81F}"/>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4A18F538-FAC8-41F5-8F9A-A6653F20EF86}"/>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76B2955D-5158-49B7-B747-2996CC06257C}"/>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94D13CC9-5EB3-42BA-BD57-345FD55122A2}"/>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84DB7517-B3D6-4D48-ACED-DB809F51D22A}"/>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CB11D749-F71B-455C-88C8-5DDEF17C141D}"/>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C5975544-F3FB-429C-BA73-BC8BDE91E406}"/>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153DC27D-83BA-4A83-9F41-1485DE4D91C3}"/>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F2BD0535-4D48-4CD2-8832-529CF399A16F}"/>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8FC3B77D-EA94-4613-AE9B-17075FECBC62}"/>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39EBD6E8-5849-4C0E-9E02-5BC9E4BA07DF}"/>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D34C5C26-9792-4077-9383-4AB564F51F5E}"/>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350C3E69-BD50-4285-9429-CE2C086A27D3}"/>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Salt Lake City pilot · One city, one service category</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Start with one market</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Grow through bookings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Salt Lake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Partners onboard businesses.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We recruit users with a</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book</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local services for me.”</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book through your agent.</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2115556B-931B-408C-A59A-C723A3A5D0EA}"/>
              </a:ext>
            </a:extLst>
          </p:cNvPr>
          <p:cNvCxnSpPr>
            <a:stCxn xmlns:a="http://schemas.openxmlformats.org/drawingml/2006/main" id="12" idx="3"/>
            <a:endCxn xmlns:a="http://schemas.openxmlformats.org/drawingml/2006/main" id="13"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BD534D50-1D77-4846-9AA6-B91D7374C87C}"/>
              </a:ext>
            </a:extLst>
          </p:cNvPr>
          <p:cNvCxnSpPr>
            <a:stCxn xmlns:a="http://schemas.openxmlformats.org/drawingml/2006/main" id="11" idx="3"/>
            <a:endCxn xmlns:a="http://schemas.openxmlformats.org/drawingml/2006/main" id="12"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0" name="partner-pilot-slide5-text-0">
            <a:extLst xmlns:a="http://schemas.openxmlformats.org/drawingml/2006/main">
              <a:ext uri="{FF2B5EF4-FFF2-40B4-BE49-F238E27FC236}">
                <a16:creationId xmlns:a16="http://schemas.microsoft.com/office/drawing/2014/main" id="{E7E195D0-6D6E-41B8-94E1-767C3C1A754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059FA5A0-9168-4C48-98FD-595EB51286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Partnerships to launch the Salt Lake City pilot</a:t>
            </a:r>
          </a:p>
        </p:txBody>
      </p:sp>
      <p:sp>
        <p:nvSpPr>
          <p:cNvPr id="3" name="partner-pilot-slide5-text-2">
            <a:extLst xmlns:a="http://schemas.openxmlformats.org/drawingml/2006/main">
              <a:ext uri="{FF2B5EF4-FFF2-40B4-BE49-F238E27FC236}">
                <a16:creationId xmlns:a16="http://schemas.microsoft.com/office/drawing/2014/main" id="{36D87506-1F86-4EED-A9C3-FEDD93ACE5BC}"/>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Channel partners have committed to onboard our first providers.</a:t>
            </a:r>
          </a:p>
        </p:txBody>
      </p:sp>
      <p:sp>
        <p:nvSpPr>
          <p:cNvPr id="4" name="partner-pilot-slide5-text-3">
            <a:extLst xmlns:a="http://schemas.openxmlformats.org/drawingml/2006/main">
              <a:ext uri="{FF2B5EF4-FFF2-40B4-BE49-F238E27FC236}">
                <a16:creationId xmlns:a16="http://schemas.microsoft.com/office/drawing/2014/main" id="{0BF9490B-65C5-4050-8C7D-CA7C59604BBB}"/>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EA84DD58-C392-4C6D-9800-B5B15CA6DAA4}"/>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providers committed</a:t>
            </a:r>
          </a:p>
          <a:p xmlns:a="http://schemas.openxmlformats.org/drawingml/2006/main">
            <a:pPr algn="l">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for onboarding</a:t>
            </a:r>
          </a:p>
        </p:txBody>
      </p:sp>
      <p:sp>
        <p:nvSpPr>
          <p:cNvPr id="6" name="partner-pilot-slide5-text-5">
            <a:extLst xmlns:a="http://schemas.openxmlformats.org/drawingml/2006/main">
              <a:ext uri="{FF2B5EF4-FFF2-40B4-BE49-F238E27FC236}">
                <a16:creationId xmlns:a16="http://schemas.microsoft.com/office/drawing/2014/main" id="{2EBBE9C2-1A45-4AC5-95DB-74BE761DAD87}"/>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7" name="partner-pilot-slide5-text-6">
            <a:extLst xmlns:a="http://schemas.openxmlformats.org/drawingml/2006/main">
              <a:ext uri="{FF2B5EF4-FFF2-40B4-BE49-F238E27FC236}">
                <a16:creationId xmlns:a16="http://schemas.microsoft.com/office/drawing/2014/main" id="{E2969E8F-53B8-45D9-B604-3F9FE7908BDA}"/>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Introduces trade shops and provides</a:t>
            </a:r>
          </a:p>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booking access through its customers.</a:t>
            </a:r>
          </a:p>
        </p:txBody>
      </p:sp>
      <p:sp>
        <p:nvSpPr>
          <p:cNvPr id="8" name="partner-pilot-slide5-text-7">
            <a:extLst xmlns:a="http://schemas.openxmlformats.org/drawingml/2006/main">
              <a:ext uri="{FF2B5EF4-FFF2-40B4-BE49-F238E27FC236}">
                <a16:creationId xmlns:a16="http://schemas.microsoft.com/office/drawing/2014/main" id="{CFF25620-C949-4729-AA8B-8C567C915030}"/>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Regional back-office partner</a:t>
            </a:r>
          </a:p>
        </p:txBody>
      </p:sp>
      <p:sp>
        <p:nvSpPr>
          <p:cNvPr id="9" name="partner-pilot-slide5-text-8">
            <a:extLst xmlns:a="http://schemas.openxmlformats.org/drawingml/2006/main">
              <a:ext uri="{FF2B5EF4-FFF2-40B4-BE49-F238E27FC236}">
                <a16:creationId xmlns:a16="http://schemas.microsoft.com/office/drawing/2014/main" id="{7C3228F3-4F54-4A0F-BB45-F723C0E61EA1}"/>
              </a:ext>
            </a:extLst>
          </p:cNvPr>
          <p:cNvSpPr>
            <a:spLocks xmlns:a="http://schemas.openxmlformats.org/drawingml/2006/main" noGrp="1"/>
          </p:cNvSpPr>
          <p:nvPr/>
        </p:nvSpPr>
        <p:spPr>
          <a:xfrm xmlns:a="http://schemas.openxmlformats.org/drawingml/2006/main">
            <a:off x="4857750" y="4581525"/>
            <a:ext cx="6838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Onboards its clients for the pilot.</a:t>
            </a:r>
          </a:p>
        </p:txBody>
      </p:sp>
      <p:sp>
        <p:nvSpPr>
          <p:cNvPr id="10" name="partner-pilot-slide5-text-9">
            <a:extLst xmlns:a="http://schemas.openxmlformats.org/drawingml/2006/main">
              <a:ext uri="{FF2B5EF4-FFF2-40B4-BE49-F238E27FC236}">
                <a16:creationId xmlns:a16="http://schemas.microsoft.com/office/drawing/2014/main" id="{B3088980-03EB-47CB-B2F6-6D5FDD82C2FC}"/>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One city. One service category.</a:t>
            </a:r>
          </a:p>
        </p:txBody>
      </p:sp>
      <p:sp>
        <p:nvSpPr>
          <p:cNvPr id="11" name="partner-pilot-slide5-rule-10">
            <a:extLst xmlns:a="http://schemas.openxmlformats.org/drawingml/2006/main">
              <a:ext uri="{FF2B5EF4-FFF2-40B4-BE49-F238E27FC236}">
                <a16:creationId xmlns:a16="http://schemas.microsoft.com/office/drawing/2014/main" id="{28B1C145-8C50-4405-B5AA-FB8E591EE71C}"/>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partner-pilot-slide5-rule-11">
            <a:extLst xmlns:a="http://schemas.openxmlformats.org/drawingml/2006/main">
              <a:ext uri="{FF2B5EF4-FFF2-40B4-BE49-F238E27FC236}">
                <a16:creationId xmlns:a16="http://schemas.microsoft.com/office/drawing/2014/main" id="{5A9039F8-7288-4265-A110-C67915BF79D0}"/>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3" name="partner-pilot-slide5-rule-12">
            <a:extLst xmlns:a="http://schemas.openxmlformats.org/drawingml/2006/main">
              <a:ext uri="{FF2B5EF4-FFF2-40B4-BE49-F238E27FC236}">
                <a16:creationId xmlns:a16="http://schemas.microsoft.com/office/drawing/2014/main" id="{5973738D-1022-46D8-8465-689778AECD6E}"/>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6" name="partner-pilot-slide5-text-13">
            <a:extLst xmlns:a="http://schemas.openxmlformats.org/drawingml/2006/main">
              <a:ext uri="{FF2B5EF4-FFF2-40B4-BE49-F238E27FC236}">
                <a16:creationId xmlns:a16="http://schemas.microsoft.com/office/drawing/2014/main" id="{DCAD61A3-EEEA-4B18-880F-36845440D9F1}"/>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providers</a:t>
            </a:r>
          </a:p>
        </p:txBody>
      </p:sp>
      <p:sp>
        <p:nvSpPr>
          <p:cNvPr id="17" name="partner-pilot-slide5-text-14">
            <a:extLst xmlns:a="http://schemas.openxmlformats.org/drawingml/2006/main">
              <a:ext uri="{FF2B5EF4-FFF2-40B4-BE49-F238E27FC236}">
                <a16:creationId xmlns:a16="http://schemas.microsoft.com/office/drawing/2014/main" id="{0C2BF10F-8D7D-4B23-935F-8D68E2C64FBD}"/>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Connect existing software</a:t>
            </a:r>
          </a:p>
        </p:txBody>
      </p:sp>
      <p:sp>
        <p:nvSpPr>
          <p:cNvPr id="18" name="partner-pilot-slide5-text-15">
            <a:extLst xmlns:a="http://schemas.openxmlformats.org/drawingml/2006/main">
              <a:ext uri="{FF2B5EF4-FFF2-40B4-BE49-F238E27FC236}">
                <a16:creationId xmlns:a16="http://schemas.microsoft.com/office/drawing/2014/main" id="{52B0E5B9-1B81-49B0-B13A-ED1BCD422AEB}"/>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19" name="partner-pilot-slide5-text-16">
            <a:extLst xmlns:a="http://schemas.openxmlformats.org/drawingml/2006/main">
              <a:ext uri="{FF2B5EF4-FFF2-40B4-BE49-F238E27FC236}">
                <a16:creationId xmlns:a16="http://schemas.microsoft.com/office/drawing/2014/main" id="{F6BE6A81-CC23-4991-8E87-6C0640B5DC2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2026-10-11T00:23:48.7370000Z</dcterms:created>
  <dcterms:modified xsi:type="dcterms:W3CDTF">2026-10-11T00:23:48.7370000Z</dcterms:modified>
</coreProperties>
</file>