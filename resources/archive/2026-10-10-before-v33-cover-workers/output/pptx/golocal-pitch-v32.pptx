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8d6345ca624a7b" /><Relationship Type="http://schemas.openxmlformats.org/officeDocument/2006/relationships/extended-properties" Target="/docProps/app.xml" Id="R7adba29e00ea4a0b" /><Relationship Type="http://schemas.openxmlformats.org/officeDocument/2006/relationships/officeDocument" Target="/ppt/presentation.xml" Id="Reaf33cdb5dc84a5c" /></Relationships>
</file>

<file path=ppt/presentation.xml><?xml version="1.0" encoding="utf-8"?>
<p:presentation xmlns:p="http://schemas.openxmlformats.org/presentationml/2006/main">
  <p:sldMasterIdLst>
    <p:sldMasterId xmlns:r="http://schemas.openxmlformats.org/officeDocument/2006/relationships" id="2147483648" r:id="Rcf0e131a537f4ff7"/>
  </p:sldMasterIdLst>
  <p:notesMasterIdLst>
    <p:notesMasterId xmlns:r="http://schemas.openxmlformats.org/officeDocument/2006/relationships" r:id="Rfb292ed005754735"/>
  </p:notesMasterIdLst>
  <p:sldIdLst>
    <p:sldId xmlns:r="http://schemas.openxmlformats.org/officeDocument/2006/relationships" id="256" r:id="R5c883f529020459d"/>
    <p:sldId xmlns:r="http://schemas.openxmlformats.org/officeDocument/2006/relationships" id="257" r:id="R317c02fcd7af426c"/>
    <p:sldId xmlns:r="http://schemas.openxmlformats.org/officeDocument/2006/relationships" id="258" r:id="R149990b5dd61489b"/>
    <p:sldId xmlns:r="http://schemas.openxmlformats.org/officeDocument/2006/relationships" id="259" r:id="Rf6bd554bcf0444b3"/>
    <p:sldId xmlns:r="http://schemas.openxmlformats.org/officeDocument/2006/relationships" id="260" r:id="Rfce55cdf27e84810"/>
    <p:sldId xmlns:r="http://schemas.openxmlformats.org/officeDocument/2006/relationships" id="261" r:id="Rfec6dd374d554b19"/>
    <p:sldId xmlns:r="http://schemas.openxmlformats.org/officeDocument/2006/relationships" id="262" r:id="R3e62545f12e34a3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6d8af62a65b4684" /><Relationship Type="http://schemas.openxmlformats.org/officeDocument/2006/relationships/slideMaster" Target="/ppt/slideMasters/slideMaster1.xml" Id="Rcf0e131a537f4ff7" /><Relationship Type="http://schemas.openxmlformats.org/officeDocument/2006/relationships/notesMaster" Target="/ppt/notesMasters/notesMaster1.xml" Id="Rfb292ed005754735" /><Relationship Type="http://schemas.openxmlformats.org/officeDocument/2006/relationships/presProps" Target="/ppt/presProps.xml" Id="R6d1e129f0e624f18" /><Relationship Type="http://schemas.openxmlformats.org/officeDocument/2006/relationships/viewProps" Target="/ppt/viewProps.xml" Id="R57fc0e2c785446af" /><Relationship Type="http://schemas.openxmlformats.org/officeDocument/2006/relationships/tableStyles" Target="/ppt/tableStyles.xml" Id="R30460f9394b04d18" /><Relationship Type="http://schemas.openxmlformats.org/officeDocument/2006/relationships/slide" Target="/ppt/slides/slide1.xml" Id="R5c883f529020459d" /><Relationship Type="http://schemas.openxmlformats.org/officeDocument/2006/relationships/slide" Target="/ppt/slides/slide2.xml" Id="R317c02fcd7af426c" /><Relationship Type="http://schemas.openxmlformats.org/officeDocument/2006/relationships/slide" Target="/ppt/slides/slide3.xml" Id="R149990b5dd61489b" /><Relationship Type="http://schemas.openxmlformats.org/officeDocument/2006/relationships/slide" Target="/ppt/slides/slide4.xml" Id="Rf6bd554bcf0444b3" /><Relationship Type="http://schemas.openxmlformats.org/officeDocument/2006/relationships/slide" Target="/ppt/slides/slide5.xml" Id="Rfce55cdf27e84810" /><Relationship Type="http://schemas.openxmlformats.org/officeDocument/2006/relationships/slide" Target="/ppt/slides/slide6.xml" Id="Rfec6dd374d554b19" /><Relationship Type="http://schemas.openxmlformats.org/officeDocument/2006/relationships/slide" Target="/ppt/slides/slide7.xml" Id="R3e62545f12e34a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c526b07abe4b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1d1af7f3ed49a7" /><Relationship Type="http://schemas.openxmlformats.org/officeDocument/2006/relationships/notesMaster" Target="/ppt/notesMasters/notesMaster1.xml" Id="R6b2a88de905c43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1710bd33cf4956" /><Relationship Type="http://schemas.openxmlformats.org/officeDocument/2006/relationships/notesMaster" Target="/ppt/notesMasters/notesMaster1.xml" Id="Rb335056ea1164b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5bc5bc36eb4c46" /><Relationship Type="http://schemas.openxmlformats.org/officeDocument/2006/relationships/notesMaster" Target="/ppt/notesMasters/notesMaster1.xml" Id="Ra4251e227cf345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fcd40ec4a749c4" /><Relationship Type="http://schemas.openxmlformats.org/officeDocument/2006/relationships/notesMaster" Target="/ppt/notesMasters/notesMaster1.xml" Id="R9551a5d54bfb41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72157b12404fa3" /><Relationship Type="http://schemas.openxmlformats.org/officeDocument/2006/relationships/notesMaster" Target="/ppt/notesMasters/notesMaster1.xml" Id="Rf55bafdee9c94b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5b389dfa9f4fea" /><Relationship Type="http://schemas.openxmlformats.org/officeDocument/2006/relationships/notesMaster" Target="/ppt/notesMasters/notesMaster1.xml" Id="Ra556736bcc844e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5ed3a463af4406" /><Relationship Type="http://schemas.openxmlformats.org/officeDocument/2006/relationships/notesMaster" Target="/ppt/notesMasters/notesMaster1.xml" Id="Rb3b7e9ff54464b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4432ded0944d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569169143040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61743e8ce144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afd30604be46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fe0225a1d448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b5fe2cb75b47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f1db0d91ec4833" /><Relationship Type="http://schemas.openxmlformats.org/officeDocument/2006/relationships/slideLayout" Target="/ppt/slideLayouts/slideLayout1.xml" Id="R1daed9e1091b4ad5" /><Relationship Type="http://schemas.openxmlformats.org/officeDocument/2006/relationships/slideLayout" Target="/ppt/slideLayouts/slideLayout2.xml" Id="Rd6cf59380d374269" /><Relationship Type="http://schemas.openxmlformats.org/officeDocument/2006/relationships/slideLayout" Target="/ppt/slideLayouts/slideLayout3.xml" Id="R0b4fe24514b24c76" /><Relationship Type="http://schemas.openxmlformats.org/officeDocument/2006/relationships/slideLayout" Target="/ppt/slideLayouts/slideLayout4.xml" Id="R2feedc47f1a14f7c" /><Relationship Type="http://schemas.openxmlformats.org/officeDocument/2006/relationships/slideLayout" Target="/ppt/slideLayouts/slideLayout5.xml" Id="Re5a438c5dbd34c3c" /><Relationship Type="http://schemas.openxmlformats.org/officeDocument/2006/relationships/slideLayout" Target="/ppt/slideLayouts/slideLayout6.xml" Id="Re9db473b89094d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aed9e1091b4ad5"/>
    <p:sldLayoutId xmlns:r="http://schemas.openxmlformats.org/officeDocument/2006/relationships" id="2147483650" r:id="Rd6cf59380d374269"/>
    <p:sldLayoutId xmlns:r="http://schemas.openxmlformats.org/officeDocument/2006/relationships" id="2147483651" r:id="R0b4fe24514b24c76"/>
    <p:sldLayoutId xmlns:r="http://schemas.openxmlformats.org/officeDocument/2006/relationships" id="2147483652" r:id="R2feedc47f1a14f7c"/>
    <p:sldLayoutId xmlns:r="http://schemas.openxmlformats.org/officeDocument/2006/relationships" id="2147483653" r:id="Re5a438c5dbd34c3c"/>
    <p:sldLayoutId xmlns:r="http://schemas.openxmlformats.org/officeDocument/2006/relationships" id="2147483654" r:id="Re9db473b89094d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2fc5b810754842" /><Relationship Type="http://schemas.openxmlformats.org/officeDocument/2006/relationships/image" Target="/ppt/media/image.png" Id="R259fa8e341af4426" /><Relationship Type="http://schemas.openxmlformats.org/officeDocument/2006/relationships/notesSlide" Target="/ppt/notesSlides/notesSlide1.xml" Id="Rc37061e4370943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6184725c90743ce" /><Relationship Type="http://schemas.openxmlformats.org/officeDocument/2006/relationships/notesSlide" Target="/ppt/notesSlides/notesSlide2.xml" Id="R98ce451afbb746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5b8acb600c74f64" /><Relationship Type="http://schemas.openxmlformats.org/officeDocument/2006/relationships/image" Target="/ppt/media/image2.png" Id="Rc5135f2c8be546be" /><Relationship Type="http://schemas.openxmlformats.org/officeDocument/2006/relationships/image" Target="/ppt/media/image.jpeg" Id="R5ce24677e5f14336" /><Relationship Type="http://schemas.openxmlformats.org/officeDocument/2006/relationships/image" Target="/ppt/media/image2.jpeg" Id="R3163ee101134421d" /><Relationship Type="http://schemas.openxmlformats.org/officeDocument/2006/relationships/image" Target="/ppt/media/image3.jpeg" Id="Rfb16cb5fc458420c" /><Relationship Type="http://schemas.openxmlformats.org/officeDocument/2006/relationships/image" Target="/ppt/media/image3.png" Id="Raf4d050afb794494" /><Relationship Type="http://schemas.openxmlformats.org/officeDocument/2006/relationships/notesSlide" Target="/ppt/notesSlides/notesSlide3.xml" Id="Rab213da9eba64c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b0d478ff014c49" /><Relationship Type="http://schemas.openxmlformats.org/officeDocument/2006/relationships/notesSlide" Target="/ppt/notesSlides/notesSlide4.xml" Id="R1e60715d7eb349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1ee9fc35dd0499f" /><Relationship Type="http://schemas.openxmlformats.org/officeDocument/2006/relationships/notesSlide" Target="/ppt/notesSlides/notesSlide5.xml" Id="Rb8c5efcccd8541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cb1702549d4d23" /><Relationship Type="http://schemas.openxmlformats.org/officeDocument/2006/relationships/notesSlide" Target="/ppt/notesSlides/notesSlide6.xml" Id="R16c05988f3bc46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67009ed8c534c4b" /><Relationship Type="http://schemas.openxmlformats.org/officeDocument/2006/relationships/image" Target="/ppt/media/image4.jpeg" Id="R8a27443d7ce94a38" /><Relationship Type="http://schemas.openxmlformats.org/officeDocument/2006/relationships/image" Target="/ppt/media/image5.jpeg" Id="R602bfb7cb6514df1" /><Relationship Type="http://schemas.openxmlformats.org/officeDocument/2006/relationships/hyperlink" Target="https://www.linkedin.com/in/pulkitwalia/" TargetMode="External" Id="Rfb57459ac5454dc7" /><Relationship Type="http://schemas.openxmlformats.org/officeDocument/2006/relationships/hyperlink" Target="https://www.linkedin.com/in/rohit-jain-343437187/" TargetMode="External" Id="R68c04aed27f84d12" /><Relationship Type="http://schemas.openxmlformats.org/officeDocument/2006/relationships/image" Target="/ppt/media/image6.jpeg" Id="R488cbbfa73194902" /><Relationship Type="http://schemas.openxmlformats.org/officeDocument/2006/relationships/image" Target="/ppt/media/image4.png" Id="R75088891427a4511" /><Relationship Type="http://schemas.openxmlformats.org/officeDocument/2006/relationships/image" Target="/ppt/media/image7.jpeg" Id="R644b7ce2f59b4f6c" /><Relationship Type="http://schemas.openxmlformats.org/officeDocument/2006/relationships/notesSlide" Target="/ppt/notesSlides/notesSlide7.xml" Id="R2f61f18987a4450d" /></Relationships>
</file>

<file path=ppt/slides/slide1.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7062880-1288-4FE4-B14B-E2E7EB903751}"/>
              </a:ext>
            </a:extLst>
          </p:cNvPr>
          <p:cNvPicPr>
            <a:picLocks xmlns:a="http://schemas.openxmlformats.org/drawingml/2006/main" noChangeAspect="1"/>
          </p:cNvPicPr>
          <p:nvPr/>
        </p:nvPicPr>
        <p:blipFill>
          <a:blip xmlns:r="http://schemas.openxmlformats.org/officeDocument/2006/relationships" xmlns:a="http://schemas.openxmlformats.org/drawingml/2006/main" r:embed="R259fa8e341af442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
            <a:extLst xmlns:a="http://schemas.openxmlformats.org/drawingml/2006/main">
              <a:ext uri="{FF2B5EF4-FFF2-40B4-BE49-F238E27FC236}">
                <a16:creationId xmlns:a16="http://schemas.microsoft.com/office/drawing/2014/main" id="{F44A8A38-2F68-4930-A11C-0161D7447394}"/>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buNone/>
                      </a:pPr>
                      <a:r>
                        <a:rPr sz="1650" b="1">
                          <a:solidFill>
                            <a:srgbClr val="A34E3F"/>
                          </a:solidFill>
                          <a:latin typeface="Helvetica Neue"/>
                          <a:ea typeface="Helvetica Neue"/>
                          <a:cs typeface="Helvetica Neue"/>
                        </a:rPr>
                        <a:t>MISSING: a shared live data layer for local businesses</a:t>
                      </a:r>
                    </a:p>
                    <a:p>
                      <a:pPr algn="ctr">
                        <a:buNone/>
                      </a:pP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8AD97F76-F88B-42F0-96A9-BAC3C073E3BF}"/>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B89D1A17-EE5E-4BAE-A71B-2B27AA7C71ED}"/>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53391360-8E2E-4D6F-B74C-3F490CDBC48F}"/>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5D4B0D8C-3685-48A6-85BF-256B7FD8B609}"/>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698835C3-8121-4AD6-854A-23DA5BD93BEF}"/>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4F6183BC-47F7-448D-9D4A-C8024F6D6A86}"/>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15230622-3AC3-400B-84C3-A126F62A91B7}"/>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99346121-5729-41FD-9DBA-12A40F11910C}"/>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A920BEF7-93AE-435C-B2FA-50B851690663}"/>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B82EA1D5-B844-4C00-B6C3-B765256B9409}"/>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BD1C93BF-2806-4E96-94E9-649F83462FC2}"/>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567D2DD1-DEF1-4413-8E52-2649243A2D47}"/>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42CF1409-AF20-4C0E-9448-73A9B41FF31D}"/>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D288609A-1432-4E47-9665-8369DB445874}"/>
              </a:ext>
            </a:extLst>
          </p:cNvPr>
          <p:cNvPicPr>
            <a:picLocks xmlns:a="http://schemas.openxmlformats.org/drawingml/2006/main" noChangeAspect="1"/>
          </p:cNvPicPr>
          <p:nvPr/>
        </p:nvPicPr>
        <p:blipFill>
          <a:blip xmlns:r="http://schemas.openxmlformats.org/officeDocument/2006/relationships" xmlns:a="http://schemas.openxmlformats.org/drawingml/2006/main" r:embed="Rc5135f2c8be546be"/>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0A548894-5FEA-46CD-B9AE-E7DF02B3A6DE}"/>
              </a:ext>
            </a:extLst>
          </p:cNvPr>
          <p:cNvPicPr>
            <a:picLocks xmlns:a="http://schemas.openxmlformats.org/drawingml/2006/main" noChangeAspect="1"/>
          </p:cNvPicPr>
          <p:nvPr/>
        </p:nvPicPr>
        <p:blipFill>
          <a:blip xmlns:r="http://schemas.openxmlformats.org/officeDocument/2006/relationships" xmlns:a="http://schemas.openxmlformats.org/drawingml/2006/main" r:embed="R5ce24677e5f14336"/>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6715FFEC-31A9-4B78-B979-B538F90E2962}"/>
              </a:ext>
            </a:extLst>
          </p:cNvPr>
          <p:cNvPicPr>
            <a:picLocks xmlns:a="http://schemas.openxmlformats.org/drawingml/2006/main" noChangeAspect="1"/>
          </p:cNvPicPr>
          <p:nvPr/>
        </p:nvPicPr>
        <p:blipFill>
          <a:blip xmlns:r="http://schemas.openxmlformats.org/officeDocument/2006/relationships" xmlns:a="http://schemas.openxmlformats.org/drawingml/2006/main" r:embed="R3163ee101134421d"/>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298A1BC4-23A5-4233-9504-E1B14146AE9B}"/>
              </a:ext>
            </a:extLst>
          </p:cNvPr>
          <p:cNvPicPr>
            <a:picLocks xmlns:a="http://schemas.openxmlformats.org/drawingml/2006/main" noChangeAspect="1"/>
          </p:cNvPicPr>
          <p:nvPr/>
        </p:nvPicPr>
        <p:blipFill>
          <a:blip xmlns:r="http://schemas.openxmlformats.org/officeDocument/2006/relationships" xmlns:a="http://schemas.openxmlformats.org/drawingml/2006/main" r:embed="Rfb16cb5fc458420c"/>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256ACED1-EBC1-46FF-90DE-B7D06D0CCB3D}"/>
              </a:ext>
            </a:extLst>
          </p:cNvPr>
          <p:cNvPicPr>
            <a:picLocks xmlns:a="http://schemas.openxmlformats.org/drawingml/2006/main" noChangeAspect="1"/>
          </p:cNvPicPr>
          <p:nvPr/>
        </p:nvPicPr>
        <p:blipFill>
          <a:blip xmlns:r="http://schemas.openxmlformats.org/officeDocument/2006/relationships" xmlns:a="http://schemas.openxmlformats.org/drawingml/2006/main" r:embed="Raf4d050afb794494"/>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
            <a:extLst xmlns:a="http://schemas.openxmlformats.org/drawingml/2006/main">
              <a:ext uri="{FF2B5EF4-FFF2-40B4-BE49-F238E27FC236}">
                <a16:creationId xmlns:a16="http://schemas.microsoft.com/office/drawing/2014/main" id="{D563F86F-E5B9-40FC-A0AC-D054F1C52F3E}"/>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firstRow="0" firstCol="0" bandRow="0"/>
              <a:tblGrid>
                <a:gridCol w="1581150"/>
                <a:gridCol w="4552950"/>
                <a:gridCol w="4838700"/>
              </a:tblGrid>
              <a:tr h="781050">
                <a:tc>
                  <a:txBody>
                    <a:bodyPr wrap="square">
                      <a:noAutofit/>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wrap="square">
                      <a:noAutofit/>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wrap="square">
                      <a:noAutofit/>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c>
                  <a:txBody>
                    <a:bodyPr wrap="square">
                      <a:noAutofit/>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47625">
                      <a:solidFill>
                        <a:srgbClr val="F5F2E9"/>
                      </a:solidFill>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Salt Lake City address,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photo and scope of a</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diagnostic visit.</a:t>
            </a: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available slots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visit fees.</a:t>
            </a: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Oak Plumbing.</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Repairs quoted after inspection.</a:t>
            </a:r>
          </a:p>
        </p:txBody>
      </p:sp>
      <p:sp>
        <p:nvSpPr>
          <p:cNvPr id="17" name="v31-text-15">
            <a:extLst xmlns:a="http://schemas.openxmlformats.org/drawingml/2006/main">
              <a:ext uri="{FF2B5EF4-FFF2-40B4-BE49-F238E27FC236}">
                <a16:creationId xmlns:a16="http://schemas.microsoft.com/office/drawing/2014/main" id="{AC289CFC-35B0-4C75-BE95-C7559889C33C}"/>
              </a:ext>
            </a:extLst>
          </p:cNvPr>
          <p:cNvSpPr>
            <a:spLocks xmlns:a="http://schemas.openxmlformats.org/drawingml/2006/main" noGrp="1"/>
          </p:cNvSpPr>
          <p:nvPr/>
        </p:nvSpPr>
        <p:spPr>
          <a:xfrm xmlns:a="http://schemas.openxmlformats.org/drawingml/2006/main">
            <a:off x="609600" y="6610350"/>
            <a:ext cx="10572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53716A"/>
                </a:solidFill>
                <a:latin typeface="Helvetica Neue"/>
                <a:ea typeface="Helvetica Neue"/>
                <a:cs typeface="Helvetica Neue"/>
              </a:defRPr>
            </a:defPPr>
          </a:lstStyle>
          <a:p xmlns:a="http://schemas.openxmlformats.org/drawingml/2006/main">
            <a:pPr algn="l">
              <a:buNone/>
              <a:defRPr sz="900" b="0">
                <a:solidFill>
                  <a:srgbClr val="53716A"/>
                </a:solidFill>
                <a:latin typeface="Helvetica Neue"/>
                <a:ea typeface="Helvetica Neue"/>
                <a:cs typeface="Helvetica Neue"/>
              </a:defRPr>
            </a:pPr>
            <a:r>
              <a:rPr sz="900" b="0">
                <a:solidFill>
                  <a:srgbClr val="53716A"/>
                </a:solidFill>
                <a:latin typeface="Helvetica Neue"/>
                <a:ea typeface="Helvetica Neue"/>
                <a:cs typeface="Helvetica Neue"/>
              </a:rPr>
              <a:t>Illustrative flows. Hundreds of providers and sub-second matching are targets, not measured results. Provider, price and booking are examples.</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0D8D7378-4DFA-429D-BCE0-F8F088E739E5}"/>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6BE25303-44FE-4A12-AAF3-60DB079A6031}"/>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24733582-96BD-44B1-AF80-B01432CEF02A}"/>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E502F63B-804A-4208-B663-636A07C9565B}"/>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886450"/>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115050"/>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p>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That 10% fee is shared between GoLocal and software or channel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648450"/>
            <a:ext cx="103346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46C"/>
                </a:solidFill>
                <a:latin typeface="Helvetica Neue"/>
                <a:ea typeface="Helvetica Neue"/>
                <a:cs typeface="Helvetica Neue"/>
              </a:defRPr>
            </a:defPPr>
          </a:lstStyle>
          <a:p xmlns:a="http://schemas.openxmlformats.org/drawingml/2006/main">
            <a:pPr algn="l">
              <a:buNone/>
              <a:defRPr sz="900" b="0">
                <a:solidFill>
                  <a:srgbClr val="65746C"/>
                </a:solidFill>
                <a:latin typeface="Helvetica Neue"/>
                <a:ea typeface="Helvetica Neue"/>
                <a:cs typeface="Helvetica Neue"/>
              </a:defRPr>
            </a:pPr>
            <a:r>
              <a:rPr sz="90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D38230A-7D1A-4612-BC10-063B75563388}"/>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C049D60C-DF8A-45C4-A92D-0CB858BD6B14}"/>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E89227EC-FD2B-48DF-A21D-A41558DB49DF}"/>
              </a:ext>
            </a:extLst>
          </p:cNvPr>
          <p:cNvPicPr>
            <a:picLocks xmlns:a="http://schemas.openxmlformats.org/drawingml/2006/main" noChangeAspect="1"/>
          </p:cNvPicPr>
          <p:nvPr/>
        </p:nvPicPr>
        <p:blipFill>
          <a:blip xmlns:r="http://schemas.openxmlformats.org/officeDocument/2006/relationships" xmlns:a="http://schemas.openxmlformats.org/drawingml/2006/main" r:embed="R8a27443d7ce94a38"/>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F46673D9-ABCE-40F2-A063-A5EB374E19D6}"/>
              </a:ext>
            </a:extLst>
          </p:cNvPr>
          <p:cNvPicPr>
            <a:picLocks xmlns:a="http://schemas.openxmlformats.org/drawingml/2006/main" noChangeAspect="1"/>
          </p:cNvPicPr>
          <p:nvPr/>
        </p:nvPicPr>
        <p:blipFill>
          <a:blip xmlns:r="http://schemas.openxmlformats.org/officeDocument/2006/relationships" xmlns:a="http://schemas.openxmlformats.org/drawingml/2006/main" r:embed="R602bfb7cb6514df1"/>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fb57459ac5454dc7"/>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68c04aed27f84d12"/>
              </a:rPr>
              <a:t>LinkedIn</a:t>
            </a:r>
          </a:p>
        </p:txBody>
      </p:sp>
      <p:pic>
        <p:nvPicPr>
          <p:cNvPr id="11" name="Picture 10">
            <a:extLst xmlns:a="http://schemas.openxmlformats.org/drawingml/2006/main">
              <a:ext uri="{FF2B5EF4-FFF2-40B4-BE49-F238E27FC236}">
                <a16:creationId xmlns:a16="http://schemas.microsoft.com/office/drawing/2014/main" id="{A93717F7-23D2-403D-905F-DEEDF255446F}"/>
              </a:ext>
            </a:extLst>
          </p:cNvPr>
          <p:cNvPicPr>
            <a:picLocks xmlns:a="http://schemas.openxmlformats.org/drawingml/2006/main" noChangeAspect="1"/>
          </p:cNvPicPr>
          <p:nvPr/>
        </p:nvPicPr>
        <p:blipFill>
          <a:blip xmlns:r="http://schemas.openxmlformats.org/officeDocument/2006/relationships" xmlns:a="http://schemas.openxmlformats.org/drawingml/2006/main" r:embed="R488cbbfa73194902"/>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E80C627F-9113-48D2-B889-4C80DC3487C0}"/>
              </a:ext>
            </a:extLst>
          </p:cNvPr>
          <p:cNvPicPr>
            <a:picLocks xmlns:a="http://schemas.openxmlformats.org/drawingml/2006/main" noChangeAspect="1"/>
          </p:cNvPicPr>
          <p:nvPr/>
        </p:nvPicPr>
        <p:blipFill>
          <a:blip xmlns:r="http://schemas.openxmlformats.org/officeDocument/2006/relationships" xmlns:a="http://schemas.openxmlformats.org/drawingml/2006/main" r:embed="R75088891427a4511"/>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2AF214B4-3377-471A-B1F5-BC1FCD6C5224}"/>
              </a:ext>
            </a:extLst>
          </p:cNvPr>
          <p:cNvPicPr>
            <a:picLocks xmlns:a="http://schemas.openxmlformats.org/drawingml/2006/main" noChangeAspect="1"/>
          </p:cNvPicPr>
          <p:nvPr/>
        </p:nvPicPr>
        <p:blipFill>
          <a:blip xmlns:r="http://schemas.openxmlformats.org/officeDocument/2006/relationships" xmlns:a="http://schemas.openxmlformats.org/drawingml/2006/main" r:embed="R644b7ce2f59b4f6c"/>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2026-10-11T02:48:18.2230000Z</dcterms:created>
  <dcterms:modified xsi:type="dcterms:W3CDTF">2026-10-11T02:48:18.2230000Z</dcterms:modified>
</coreProperties>
</file>