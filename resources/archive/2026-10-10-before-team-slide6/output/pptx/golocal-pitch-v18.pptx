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18e504455b49f4" /><Relationship Type="http://schemas.openxmlformats.org/officeDocument/2006/relationships/extended-properties" Target="/docProps/app.xml" Id="R37ac836babc346c7" /><Relationship Type="http://schemas.openxmlformats.org/officeDocument/2006/relationships/officeDocument" Target="/ppt/presentation.xml" Id="R82d4310c554d4010" /></Relationships>
</file>

<file path=ppt/presentation.xml><?xml version="1.0" encoding="utf-8"?>
<p:presentation xmlns:p="http://schemas.openxmlformats.org/presentationml/2006/main">
  <p:sldMasterIdLst>
    <p:sldMasterId xmlns:r="http://schemas.openxmlformats.org/officeDocument/2006/relationships" id="2147483648" r:id="R39b5732fee7f4501"/>
  </p:sldMasterIdLst>
  <p:notesMasterIdLst>
    <p:notesMasterId xmlns:r="http://schemas.openxmlformats.org/officeDocument/2006/relationships" r:id="Ra79d9fd2c8704334"/>
  </p:notesMasterIdLst>
  <p:sldIdLst>
    <p:sldId xmlns:r="http://schemas.openxmlformats.org/officeDocument/2006/relationships" id="256" r:id="R9cee1d43f8c2464b"/>
    <p:sldId xmlns:r="http://schemas.openxmlformats.org/officeDocument/2006/relationships" id="257" r:id="Rc79c4dfef8f54846"/>
    <p:sldId xmlns:r="http://schemas.openxmlformats.org/officeDocument/2006/relationships" id="258" r:id="Rd22b07ac068c4dd2"/>
    <p:sldId xmlns:r="http://schemas.openxmlformats.org/officeDocument/2006/relationships" id="259" r:id="R56396644307c47c9"/>
    <p:sldId xmlns:r="http://schemas.openxmlformats.org/officeDocument/2006/relationships" id="260" r:id="R5d7fe7477e0b419c"/>
    <p:sldId xmlns:r="http://schemas.openxmlformats.org/officeDocument/2006/relationships" id="261" r:id="Rabbcb47b4d2f4e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4396134d2847ab" /><Relationship Type="http://schemas.openxmlformats.org/officeDocument/2006/relationships/slideMaster" Target="/ppt/slideMasters/slideMaster1.xml" Id="R39b5732fee7f4501" /><Relationship Type="http://schemas.openxmlformats.org/officeDocument/2006/relationships/notesMaster" Target="/ppt/notesMasters/notesMaster1.xml" Id="Ra79d9fd2c8704334" /><Relationship Type="http://schemas.openxmlformats.org/officeDocument/2006/relationships/presProps" Target="/ppt/presProps.xml" Id="Rc8a67e7111d04937" /><Relationship Type="http://schemas.openxmlformats.org/officeDocument/2006/relationships/tableStyles" Target="/ppt/tableStyles.xml" Id="R7193155738994714" /><Relationship Type="http://schemas.openxmlformats.org/officeDocument/2006/relationships/slide" Target="/ppt/slides/slide1.xml" Id="R9cee1d43f8c2464b" /><Relationship Type="http://schemas.openxmlformats.org/officeDocument/2006/relationships/slide" Target="/ppt/slides/slide2.xml" Id="Rc79c4dfef8f54846" /><Relationship Type="http://schemas.openxmlformats.org/officeDocument/2006/relationships/slide" Target="/ppt/slides/slide3.xml" Id="Rd22b07ac068c4dd2" /><Relationship Type="http://schemas.openxmlformats.org/officeDocument/2006/relationships/slide" Target="/ppt/slides/slide4.xml" Id="R56396644307c47c9" /><Relationship Type="http://schemas.openxmlformats.org/officeDocument/2006/relationships/slide" Target="/ppt/slides/slide5.xml" Id="R5d7fe7477e0b419c" /><Relationship Type="http://schemas.openxmlformats.org/officeDocument/2006/relationships/slide" Target="/ppt/slides/slide6.xml" Id="Rabbcb47b4d2f4e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fb0fe8f9d34c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4a864cc18e43df" /><Relationship Type="http://schemas.openxmlformats.org/officeDocument/2006/relationships/notesMaster" Target="/ppt/notesMasters/notesMaster1.xml" Id="Rf785310cd37a4b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b95a4d68fd4a00" /><Relationship Type="http://schemas.openxmlformats.org/officeDocument/2006/relationships/notesMaster" Target="/ppt/notesMasters/notesMaster1.xml" Id="R21434821955848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2223f92a5d4f23" /><Relationship Type="http://schemas.openxmlformats.org/officeDocument/2006/relationships/notesMaster" Target="/ppt/notesMasters/notesMaster1.xml" Id="R00fb234ab22b49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da0b32a76f48ca" /><Relationship Type="http://schemas.openxmlformats.org/officeDocument/2006/relationships/notesMaster" Target="/ppt/notesMasters/notesMaster1.xml" Id="Rc50b5410919948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174246b3d347f3" /><Relationship Type="http://schemas.openxmlformats.org/officeDocument/2006/relationships/notesMaster" Target="/ppt/notesMasters/notesMaster1.xml" Id="R22bf5aea7a904a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eaf586d9bc4d78" /><Relationship Type="http://schemas.openxmlformats.org/officeDocument/2006/relationships/notesMaster" Target="/ppt/notesMasters/notesMaster1.xml" Id="R930b281c53b447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10+ potential introductions will come from it. Use 10+ as supplied; do not invent a different count, sum to a unique provider total, or infer signed onboarding commitments. Primary 50+ pipeline figure is explicitly attributed to Cactus AI; YourCardare additional 10+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 Latest annotated founder correction: YourCardare figure is 10+ providers in the pipeline. This supersedes the former 56 figure in v17; original source and version archived. Only the annotated text and these notes changed; remaining slide elements and other slides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96d009f19e4a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329b78915445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a36ab330834d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4e9522ea624a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96bc32434641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0d4b2b85ab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2a598eda974a6e" /><Relationship Type="http://schemas.openxmlformats.org/officeDocument/2006/relationships/slideLayout" Target="/ppt/slideLayouts/slideLayout1.xml" Id="Re28c8487aca94d80" /><Relationship Type="http://schemas.openxmlformats.org/officeDocument/2006/relationships/slideLayout" Target="/ppt/slideLayouts/slideLayout2.xml" Id="Re928ef6b22ea4eb8" /><Relationship Type="http://schemas.openxmlformats.org/officeDocument/2006/relationships/slideLayout" Target="/ppt/slideLayouts/slideLayout3.xml" Id="R0420df06a5264f63" /><Relationship Type="http://schemas.openxmlformats.org/officeDocument/2006/relationships/slideLayout" Target="/ppt/slideLayouts/slideLayout4.xml" Id="R945f4e8ccf304df6" /><Relationship Type="http://schemas.openxmlformats.org/officeDocument/2006/relationships/slideLayout" Target="/ppt/slideLayouts/slideLayout5.xml" Id="R91cbfd5ac3f840db" /><Relationship Type="http://schemas.openxmlformats.org/officeDocument/2006/relationships/slideLayout" Target="/ppt/slideLayouts/slideLayout6.xml" Id="R383a5ef3257d40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8c8487aca94d80"/>
    <p:sldLayoutId xmlns:r="http://schemas.openxmlformats.org/officeDocument/2006/relationships" id="2147483650" r:id="Re928ef6b22ea4eb8"/>
    <p:sldLayoutId xmlns:r="http://schemas.openxmlformats.org/officeDocument/2006/relationships" id="2147483651" r:id="R0420df06a5264f63"/>
    <p:sldLayoutId xmlns:r="http://schemas.openxmlformats.org/officeDocument/2006/relationships" id="2147483652" r:id="R945f4e8ccf304df6"/>
    <p:sldLayoutId xmlns:r="http://schemas.openxmlformats.org/officeDocument/2006/relationships" id="2147483653" r:id="R91cbfd5ac3f840db"/>
    <p:sldLayoutId xmlns:r="http://schemas.openxmlformats.org/officeDocument/2006/relationships" id="2147483654" r:id="R383a5ef3257d40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cbb2a2bab5419a" /><Relationship Type="http://schemas.openxmlformats.org/officeDocument/2006/relationships/notesSlide" Target="/ppt/notesSlides/notesSlide1.xml" Id="R28b4ec20054443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1657aa800640b8" /><Relationship Type="http://schemas.openxmlformats.org/officeDocument/2006/relationships/notesSlide" Target="/ppt/notesSlides/notesSlide2.xml" Id="R3efcb0b7728240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d5e64b141b4470" /><Relationship Type="http://schemas.openxmlformats.org/officeDocument/2006/relationships/notesSlide" Target="/ppt/notesSlides/notesSlide3.xml" Id="Rddf25ba3b45540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f0ff8ba0dd484c" /><Relationship Type="http://schemas.openxmlformats.org/officeDocument/2006/relationships/notesSlide" Target="/ppt/notesSlides/notesSlide4.xml" Id="R1b5fc5f6f28541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c204896e1a401c" /><Relationship Type="http://schemas.openxmlformats.org/officeDocument/2006/relationships/notesSlide" Target="/ppt/notesSlides/notesSlide5.xml" Id="R44fbedd164fe49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c46af380c547fc" /><Relationship Type="http://schemas.openxmlformats.org/officeDocument/2006/relationships/notesSlide" Target="/ppt/notesSlides/notesSlide6.xml" Id="Rc0c2c60096e142f4"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D2A046AB-6023-4393-8918-2F097963EDD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DAD6263B-7427-4B25-8430-D4AEB3A9D27D}"/>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EC5A2D69-AC41-43F5-9B5E-52B1BC37FC57}"/>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0BD4B17D-65CA-4F9D-88AF-60B547E1EC5B}"/>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AA63D081-6250-475F-B8E8-536E9CD4E923}"/>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AFA14767-344D-4804-A9D3-1D83ED232FA9}"/>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DA813975-13F1-4B6D-B418-363D234D93D6}"/>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EE2624B2-4216-40B5-BD84-9C8418C29295}"/>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D267C3B1-4C9E-4F2B-9760-B93E3935A81D}"/>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BCA67035-09A8-49AF-8C0D-94D7C81FC639}"/>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743D77F2-F148-4F97-941D-15137D7FFEA3}"/>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630C6158-B7A3-41C6-83B4-1564DCCB6BCF}"/>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927F99A-D237-4882-AEE7-7A396FB44064}"/>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7E39BBBF-FC6D-4A7F-96C4-5F959001AFB1}"/>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98941883-38BD-4F38-B5E5-F07D75B96E5D}"/>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F3B7E474-AF2D-4672-96BF-D80C3DC98B45}"/>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1648FE37-E2CE-40F9-B3C6-35E7572538B1}"/>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2E5A086D-FEDA-4EF0-A7D6-27C03B43C3D9}"/>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10F19C26-42D2-44BF-8EDB-01448B28E04C}"/>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871ED176-2808-4B99-BBA2-76A38CCCA3C7}"/>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5EA541EF-D18A-43EF-91DF-C7CB6FB1C18F}"/>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20D94217-D2F3-4205-9908-ADEF419A2EC6}"/>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84E88914-2D47-452E-A63B-76D01D7D4935}"/>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2026-10-11T00:34:51.1980000Z</dcterms:created>
  <dcterms:modified xsi:type="dcterms:W3CDTF">2026-10-11T00:34:51.1980000Z</dcterms:modified>
</coreProperties>
</file>