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c885ec5c5e469f" /><Relationship Type="http://schemas.openxmlformats.org/officeDocument/2006/relationships/extended-properties" Target="/docProps/app.xml" Id="R4003f4043a7446f0" /><Relationship Type="http://schemas.openxmlformats.org/officeDocument/2006/relationships/officeDocument" Target="/ppt/presentation.xml" Id="R02d0b1bd0b9642f6" /></Relationships>
</file>

<file path=ppt/presentation.xml><?xml version="1.0" encoding="utf-8"?>
<p:presentation xmlns:p="http://schemas.openxmlformats.org/presentationml/2006/main">
  <p:sldMasterIdLst>
    <p:sldMasterId xmlns:r="http://schemas.openxmlformats.org/officeDocument/2006/relationships" id="2147483648" r:id="R947e144c7bc24fc6"/>
  </p:sldMasterIdLst>
  <p:notesMasterIdLst>
    <p:notesMasterId xmlns:r="http://schemas.openxmlformats.org/officeDocument/2006/relationships" r:id="Rca0246d4b97945e6"/>
  </p:notesMasterIdLst>
  <p:sldIdLst>
    <p:sldId xmlns:r="http://schemas.openxmlformats.org/officeDocument/2006/relationships" id="256" r:id="R9049ec19b23c4bc0"/>
    <p:sldId xmlns:r="http://schemas.openxmlformats.org/officeDocument/2006/relationships" id="257" r:id="R8d44646049b04e78"/>
    <p:sldId xmlns:r="http://schemas.openxmlformats.org/officeDocument/2006/relationships" id="258" r:id="R4148b601b9624656"/>
    <p:sldId xmlns:r="http://schemas.openxmlformats.org/officeDocument/2006/relationships" id="259" r:id="R0c243ac32d8f44f1"/>
    <p:sldId xmlns:r="http://schemas.openxmlformats.org/officeDocument/2006/relationships" id="260" r:id="R233d89cfde514160"/>
    <p:sldId xmlns:r="http://schemas.openxmlformats.org/officeDocument/2006/relationships" id="261" r:id="Rbb33ebfb0e4441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6e3cedc7b24540" /><Relationship Type="http://schemas.openxmlformats.org/officeDocument/2006/relationships/slideMaster" Target="/ppt/slideMasters/slideMaster1.xml" Id="R947e144c7bc24fc6" /><Relationship Type="http://schemas.openxmlformats.org/officeDocument/2006/relationships/notesMaster" Target="/ppt/notesMasters/notesMaster1.xml" Id="Rca0246d4b97945e6" /><Relationship Type="http://schemas.openxmlformats.org/officeDocument/2006/relationships/presProps" Target="/ppt/presProps.xml" Id="R7159bae995b3484d" /><Relationship Type="http://schemas.openxmlformats.org/officeDocument/2006/relationships/tableStyles" Target="/ppt/tableStyles.xml" Id="R37fe4ccea08d4516" /><Relationship Type="http://schemas.openxmlformats.org/officeDocument/2006/relationships/slide" Target="/ppt/slides/slide1.xml" Id="R9049ec19b23c4bc0" /><Relationship Type="http://schemas.openxmlformats.org/officeDocument/2006/relationships/slide" Target="/ppt/slides/slide2.xml" Id="R8d44646049b04e78" /><Relationship Type="http://schemas.openxmlformats.org/officeDocument/2006/relationships/slide" Target="/ppt/slides/slide3.xml" Id="R4148b601b9624656" /><Relationship Type="http://schemas.openxmlformats.org/officeDocument/2006/relationships/slide" Target="/ppt/slides/slide4.xml" Id="R0c243ac32d8f44f1" /><Relationship Type="http://schemas.openxmlformats.org/officeDocument/2006/relationships/slide" Target="/ppt/slides/slide5.xml" Id="R233d89cfde514160" /><Relationship Type="http://schemas.openxmlformats.org/officeDocument/2006/relationships/slide" Target="/ppt/slides/slide6.xml" Id="Rbb33ebfb0e4441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e17d20a9db4f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6d82ddb3664d84" /><Relationship Type="http://schemas.openxmlformats.org/officeDocument/2006/relationships/notesMaster" Target="/ppt/notesMasters/notesMaster1.xml" Id="R4ebc7aa10e8043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072d4236614bac" /><Relationship Type="http://schemas.openxmlformats.org/officeDocument/2006/relationships/notesMaster" Target="/ppt/notesMasters/notesMaster1.xml" Id="R66ebffc6637441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f33f1717ef4ef1" /><Relationship Type="http://schemas.openxmlformats.org/officeDocument/2006/relationships/notesMaster" Target="/ppt/notesMasters/notesMaster1.xml" Id="Rf16e3f75386a40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4a5c30cc524711" /><Relationship Type="http://schemas.openxmlformats.org/officeDocument/2006/relationships/notesMaster" Target="/ppt/notesMasters/notesMaster1.xml" Id="R0efbbd97c23a4e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70bce4ba314302" /><Relationship Type="http://schemas.openxmlformats.org/officeDocument/2006/relationships/notesMaster" Target="/ppt/notesMasters/notesMaster1.xml" Id="R4b8fe0a5ca0c40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2524e183844323" /><Relationship Type="http://schemas.openxmlformats.org/officeDocument/2006/relationships/notesMaster" Target="/ppt/notesMasters/notesMaster1.xml" Id="R18fe6e36beac47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replaces the earlier two-route distribution comparison with the founder-approved launch and growth plan. Proposed Salt Lake City pilot: one city and one service category. Service category and first audience remain to be selected; no live pilot transactions are asserted. Channel partners onboard participating businesses while GoLocal recruits users with a specific booking need. Concentrating supply and demand is the cold-start strategy, not evidence that cold start is already solved. The highlighted prompt expresses the intended one-time connector setup experience on compatible agent platforms; platform sign-in/authorization can follow, and transaction approvals are separate from connector installation. Setup, directory approval and native agent selection need to be verified on each target platform. The growth loop is a strategy: useful fulfilled bookings can support wider discovery and recommendations, which can bring more requests and attract more participating supply. It does not claim an automatic cross-user learning/ranking mechanism, universal recommendation eligibility or guaranteed agent traffic. OpenAI official plugin guidelines say plugins demonstrating strong real-world utility and high user satisfaction may be eligible for enhanced distribution such as directory placement or proactive suggestions: https://developers.openai.com/plugins/plugin-guidelines . OpenAI announcement describes discovery signals including conversational context, app usage patterns and user preferences: https://openai.com/index/developers-can-now-submit-apps-to-chatgpt/ . Muse guidelines say approved connectors are discoverable by its agent and in Settings; as users connect and get value more people discover them; featuring considers usefulness, completion, reliability and maintenance and is not guaranteed: https://muse.ai/platform/docs . Sources reviewed October 10 2026. Expansion category by category and city by city is planned after the first useful local coverage and booking outcomes. Supporting tactic, not on slide: invite a relevant provider to connect when there is a genuine customer-authorized request it can fulfill; sharing and routing require permission and support. Longer-term goal: direct personal-agent integration to become a default choice for relevant covered requests, not guaranteed routing of every search. Proposed business-paid success fee applies to fulfilled new-customer jobs, with a commercial share for contributing partners. Price, split, attributable volume, paid continuation and margins remain unagreed/unmeasured; no invented revenue mix or forecast. Existing-customer management is a separate commercial hypothesis. Founder latest update reports channel partnerships to onboard 50 service providers; preserve as a future onboarding commitment, not live supply, and reconcile the exact partner identities/counts when revising slide 5. That slide remains unchanged in this revision. No claim that Cactus is the dominant overall mid-market vendor. Slides 1–3 and 5–6 preserved. No outreach, bookings, application attachment change or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correction to slide 5 on October 10 2026: the Cactus AI partnership is an agreement to introduce GoLocal to 50+ service partners, not a commitment that providers will onboard. The regional back-office partner is named YourCardare and the founder states another 56 potential introductions will come from it. Use 56 as supplied; do not invent a different count, sum to a unique provider total, or infer signed onboarding commitments. Primary 50+ pipeline figure is explicitly attributed to Cactus AI; YourCardare additional 56 is displayed separately. These are private founder-reported introductions in the pipeline, not completed introductions, authorized merchant integrations, live supply, confirmed bookings or revenue. This correction supersedes prior combined 50-provider onboarding-commitment framing in v16 and supporting records, which remain archived as historical. Planned Salt Lake City pilot is one city and one service category. Next-step sequence: provider introductions, onboard willing businesses and connect their authorized systems, test first customer-authorized agent bookings. Supplier access is distinct from demand distribution. No market dominance claim or booking-volume promise. Exact name YourCardare follows the latest founder instruction. Earlier Cactus 100+ customer reach and 20-client back-office count are historical and not summed. Slides 1–4 and 6 retained. Main short thesis and online Page unchanged; no application, outreach or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f13359da5045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4aaf8a8b044b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7677fca66344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d8d0799d5244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021958948f41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909fd9d0f447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7f7f9cd51d453e" /><Relationship Type="http://schemas.openxmlformats.org/officeDocument/2006/relationships/slideLayout" Target="/ppt/slideLayouts/slideLayout1.xml" Id="R2cafd3cf44674b44" /><Relationship Type="http://schemas.openxmlformats.org/officeDocument/2006/relationships/slideLayout" Target="/ppt/slideLayouts/slideLayout2.xml" Id="Rc68a3c9899e84761" /><Relationship Type="http://schemas.openxmlformats.org/officeDocument/2006/relationships/slideLayout" Target="/ppt/slideLayouts/slideLayout3.xml" Id="R9bc5b266e11c4ee1" /><Relationship Type="http://schemas.openxmlformats.org/officeDocument/2006/relationships/slideLayout" Target="/ppt/slideLayouts/slideLayout4.xml" Id="Rdfc822f862424947" /><Relationship Type="http://schemas.openxmlformats.org/officeDocument/2006/relationships/slideLayout" Target="/ppt/slideLayouts/slideLayout5.xml" Id="R5881717c314540f4" /><Relationship Type="http://schemas.openxmlformats.org/officeDocument/2006/relationships/slideLayout" Target="/ppt/slideLayouts/slideLayout6.xml" Id="R1534fb41ed5949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afd3cf44674b44"/>
    <p:sldLayoutId xmlns:r="http://schemas.openxmlformats.org/officeDocument/2006/relationships" id="2147483650" r:id="Rc68a3c9899e84761"/>
    <p:sldLayoutId xmlns:r="http://schemas.openxmlformats.org/officeDocument/2006/relationships" id="2147483651" r:id="R9bc5b266e11c4ee1"/>
    <p:sldLayoutId xmlns:r="http://schemas.openxmlformats.org/officeDocument/2006/relationships" id="2147483652" r:id="Rdfc822f862424947"/>
    <p:sldLayoutId xmlns:r="http://schemas.openxmlformats.org/officeDocument/2006/relationships" id="2147483653" r:id="R5881717c314540f4"/>
    <p:sldLayoutId xmlns:r="http://schemas.openxmlformats.org/officeDocument/2006/relationships" id="2147483654" r:id="R1534fb41ed5949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bcdc5b1a8f4090" /><Relationship Type="http://schemas.openxmlformats.org/officeDocument/2006/relationships/notesSlide" Target="/ppt/notesSlides/notesSlide1.xml" Id="R691227970bc14e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a9b4d6c4e84508" /><Relationship Type="http://schemas.openxmlformats.org/officeDocument/2006/relationships/notesSlide" Target="/ppt/notesSlides/notesSlide2.xml" Id="R711d3bf89ba74d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a458b98b4f4f77" /><Relationship Type="http://schemas.openxmlformats.org/officeDocument/2006/relationships/notesSlide" Target="/ppt/notesSlides/notesSlide3.xml" Id="R121d6d82551d4f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3c482f1e354237" /><Relationship Type="http://schemas.openxmlformats.org/officeDocument/2006/relationships/notesSlide" Target="/ppt/notesSlides/notesSlide4.xml" Id="Raec9989facc048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7aa1dbff034c70" /><Relationship Type="http://schemas.openxmlformats.org/officeDocument/2006/relationships/notesSlide" Target="/ppt/notesSlides/notesSlide5.xml" Id="Rb8d0242dcf5542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c20c3a847c4d0c" /><Relationship Type="http://schemas.openxmlformats.org/officeDocument/2006/relationships/notesSlide" Target="/ppt/notesSlides/notesSlide6.xml" Id="Rc66d5faa08844abd"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25A08409-4FBD-4BB1-83FC-35682697A6EE}"/>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9C648D88-77A4-4019-BBFC-2BC99C74E248}"/>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E07F99FB-A6FD-4211-9D6C-C9CACDCFC5D1}"/>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74EC62D7-CED4-4D0F-86F3-BE8538425501}"/>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5969F4F3-543D-457A-8F5D-0896D3B8A1B2}"/>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8907D144-8DE8-4040-A81A-00708F5CBB1C}"/>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7180641E-4838-4A66-9162-EEB0B78BC7D8}"/>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75163155-C55A-471F-B73D-A2B043D08C24}"/>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93AE741E-0FB2-405E-9828-0222CDC283EE}"/>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1D1C7EC1-451E-4D18-86C3-0F295E7DB89F}"/>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19876DB4-EC93-4B5A-8B8F-46237FE3E351}"/>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C9071B8D-D33A-4EAB-ADA5-91B3B745CC2A}"/>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96A3677-2A2C-4552-A5A5-80A57D8293EE}"/>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B7A41990-0316-4084-B5FC-848E5678B261}"/>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D5EFDC63-DB71-4A6F-B0C8-71C6DB7E10C6}"/>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B6D9BA8F-5AEC-4230-8FA8-DD3F7D459C2B}"/>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CFDC241D-C597-43D5-BBD3-EB0274271C8C}"/>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E0152B42-6AB8-4AB0-B48E-BCD69250248F}"/>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88A77F3A-871E-4032-BF66-FDE77A933199}"/>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0079FECC-53C7-4DFF-9676-379FBA652969}"/>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444481D0-C63F-4A68-A8A3-2319521EBEE6}"/>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Salt Lake City pilot · One city, one service category</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Start with one market</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Grow through bookings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Salt Lake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Partners onboard businesses.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We recruit users with a</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book</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local services for me.”</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book through your agent.</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55DD3C63-5A6A-4DF5-893C-57AFFE1B0266}"/>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AD2F8C88-926C-4BBD-8145-10E3F95C216D}"/>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Partnerships to launch the Salt Lake City pilot</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Channel partnerships give GoLocal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56 potential provider introductions.</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One city. One service category.</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2026-10-11T00:29:54.3390000Z</dcterms:created>
  <dcterms:modified xsi:type="dcterms:W3CDTF">2026-10-11T00:29:54.3390000Z</dcterms:modified>
</coreProperties>
</file>